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4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5" r:id="rId1"/>
    <p:sldMasterId id="2147484180" r:id="rId2"/>
    <p:sldMasterId id="2147484182" r:id="rId3"/>
    <p:sldMasterId id="2147485737" r:id="rId4"/>
    <p:sldMasterId id="2147485752" r:id="rId5"/>
  </p:sldMasterIdLst>
  <p:notesMasterIdLst>
    <p:notesMasterId r:id="rId18"/>
  </p:notesMasterIdLst>
  <p:handoutMasterIdLst>
    <p:handoutMasterId r:id="rId19"/>
  </p:handoutMasterIdLst>
  <p:sldIdLst>
    <p:sldId id="863" r:id="rId6"/>
    <p:sldId id="1153" r:id="rId7"/>
    <p:sldId id="1377" r:id="rId8"/>
    <p:sldId id="1544" r:id="rId9"/>
    <p:sldId id="1481" r:id="rId10"/>
    <p:sldId id="1547" r:id="rId11"/>
    <p:sldId id="1381" r:id="rId12"/>
    <p:sldId id="1546" r:id="rId13"/>
    <p:sldId id="1548" r:id="rId14"/>
    <p:sldId id="1505" r:id="rId15"/>
    <p:sldId id="1478" r:id="rId16"/>
    <p:sldId id="1331" r:id="rId17"/>
  </p:sldIdLst>
  <p:sldSz cx="9144000" cy="6858000" type="letter"/>
  <p:notesSz cx="7315200" cy="9601200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2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2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2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2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2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2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2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2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2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10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454">
          <p15:clr>
            <a:srgbClr val="A4A3A4"/>
          </p15:clr>
        </p15:guide>
        <p15:guide id="2" pos="307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AF43C6"/>
    <a:srgbClr val="FF3399"/>
    <a:srgbClr val="1EAFAD"/>
    <a:srgbClr val="005F8E"/>
    <a:srgbClr val="9E4607"/>
    <a:srgbClr val="AE5095"/>
    <a:srgbClr val="BD0A2E"/>
    <a:srgbClr val="F8B49D"/>
    <a:srgbClr val="4AB396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F62C5B-C92F-A158-4694-F417B8A3485E}" v="516" dt="2024-04-11T13:29:57.903"/>
    <p1510:client id="{901854ED-5A44-0C44-DC1D-C818B37058E8}" v="4" dt="2024-04-12T11:53:53.353"/>
    <p1510:client id="{C3BD604D-2718-C1B0-8285-7EDF38FDFFA1}" v="23" dt="2024-04-10T22:45:40.440"/>
    <p1510:client id="{DC652900-557F-3CAA-0270-3787D4FEAD60}" v="2" dt="2024-04-11T11:00:49.59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Estilo Médio 2 - Ênfas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C4B1156A-380E-4F78-BDF5-A606A8083BF9}" styleName="Estilo Médio 4 - Ênfas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4110"/>
        <p:guide pos="2880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454"/>
        <p:guide pos="3072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microsoft.com/office/2015/10/relationships/revisionInfo" Target="revisionInfo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146" descr="top ppt">
            <a:extLst>
              <a:ext uri="{FF2B5EF4-FFF2-40B4-BE49-F238E27FC236}">
                <a16:creationId xmlns:a16="http://schemas.microsoft.com/office/drawing/2014/main" id="{5D2D1507-373D-4883-8338-68617D2B00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938" y="220663"/>
            <a:ext cx="6837362" cy="568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6" name="Group 147">
            <a:extLst>
              <a:ext uri="{FF2B5EF4-FFF2-40B4-BE49-F238E27FC236}">
                <a16:creationId xmlns:a16="http://schemas.microsoft.com/office/drawing/2014/main" id="{00BEB8F2-0CC2-4C6F-990D-771589F26EFD}"/>
              </a:ext>
            </a:extLst>
          </p:cNvPr>
          <p:cNvGraphicFramePr>
            <a:graphicFrameLocks noGrp="1"/>
          </p:cNvGraphicFramePr>
          <p:nvPr/>
        </p:nvGraphicFramePr>
        <p:xfrm>
          <a:off x="247650" y="8650288"/>
          <a:ext cx="6615113" cy="406400"/>
        </p:xfrm>
        <a:graphic>
          <a:graphicData uri="http://schemas.openxmlformats.org/drawingml/2006/table">
            <a:tbl>
              <a:tblPr/>
              <a:tblGrid>
                <a:gridCol w="56705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45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806700" algn="ctr"/>
                          <a:tab pos="5611813" algn="r"/>
                        </a:tabLst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quare721 BT" pitchFamily="34" charset="0"/>
                          <a:cs typeface="Times New Roman" pitchFamily="18" charset="0"/>
                        </a:rPr>
                        <a:t>MBA </a:t>
                      </a:r>
                      <a:r>
                        <a:rPr kumimoji="0" lang="en-US" sz="10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quare721 BT" pitchFamily="34" charset="0"/>
                          <a:cs typeface="Times New Roman" pitchFamily="18" charset="0"/>
                        </a:rPr>
                        <a:t>em</a:t>
                      </a: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quare721 BT" pitchFamily="34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quare721 BT" pitchFamily="34" charset="0"/>
                          <a:cs typeface="Times New Roman" pitchFamily="18" charset="0"/>
                        </a:rPr>
                        <a:t>Business Intelligence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806700" algn="ctr"/>
                          <a:tab pos="5611813" algn="r"/>
                        </a:tabLst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quare721 BT" pitchFamily="34" charset="0"/>
                          <a:cs typeface="Times New Roman" pitchFamily="18" charset="0"/>
                        </a:rPr>
                        <a:t>R</a:t>
                      </a: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quare721 BT"/>
                        </a:rPr>
                        <a:t>egina Claudia </a:t>
                      </a:r>
                      <a:r>
                        <a:rPr kumimoji="0" lang="en-US" sz="10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quare721 BT"/>
                        </a:rPr>
                        <a:t>Cantele</a:t>
                      </a: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quare721 BT"/>
                      </a:endParaRPr>
                    </a:p>
                  </a:txBody>
                  <a:tcPr marT="45769" marB="45769" anchor="ctr" horzOverflow="overflow">
                    <a:lnL cap="flat"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806700" algn="ctr"/>
                          <a:tab pos="5611813" algn="r"/>
                        </a:tabLst>
                      </a:pPr>
                      <a:endParaRPr kumimoji="0" lang="pt-B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T="45769" marB="45769" anchor="ctr" horzOverflow="overflow">
                    <a:lnL>
                      <a:noFill/>
                    </a:lnL>
                    <a:lnR cap="flat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7" name="Rectangle 135">
            <a:extLst>
              <a:ext uri="{FF2B5EF4-FFF2-40B4-BE49-F238E27FC236}">
                <a16:creationId xmlns:a16="http://schemas.microsoft.com/office/drawing/2014/main" id="{C679A00E-E3FA-4B5C-A364-BA02E6C10326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95713" y="8753475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000" b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r>
              <a:rPr lang="pt-BR" altLang="pt-BR"/>
              <a:t>Página - </a:t>
            </a:r>
            <a:fld id="{49FDC280-D0A0-498B-AAEB-842C588A5018}" type="slidenum">
              <a:rPr lang="pt-BR" altLang="pt-BR"/>
              <a:pPr>
                <a:defRPr/>
              </a:pPr>
              <a:t>‹nº›</a:t>
            </a:fld>
            <a:r>
              <a:rPr lang="pt-BR" altLang="pt-BR"/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CCF2F651-7DEF-4CF5-98D3-C75F2FA36C1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defTabSz="762000">
              <a:defRPr sz="1000" b="0" i="1">
                <a:solidFill>
                  <a:schemeClr val="tx1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FF53C36C-81EA-4A92-A1BE-20B00C27C39E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algn="r" defTabSz="762000">
              <a:defRPr sz="1000" b="0" i="1">
                <a:solidFill>
                  <a:schemeClr val="tx1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11FABF6D-BA67-4765-9A6C-47B1B283A4F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defTabSz="762000">
              <a:defRPr sz="1000" b="0" i="1">
                <a:solidFill>
                  <a:schemeClr val="tx1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93506227-31EE-4141-ADE6-0DA812569F3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algn="r" defTabSz="762000">
              <a:defRPr sz="1000" b="0" i="1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2D357882-4790-467F-8EBC-04C1F36AB319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  <p:sp>
        <p:nvSpPr>
          <p:cNvPr id="7174" name="Rectangle 6">
            <a:extLst>
              <a:ext uri="{FF2B5EF4-FFF2-40B4-BE49-F238E27FC236}">
                <a16:creationId xmlns:a16="http://schemas.microsoft.com/office/drawing/2014/main" id="{F56B03B3-31FF-42C0-92B4-EDDBDF268C47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81113" y="696913"/>
            <a:ext cx="4792662" cy="35941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5" name="Rectangle 7">
            <a:extLst>
              <a:ext uri="{FF2B5EF4-FFF2-40B4-BE49-F238E27FC236}">
                <a16:creationId xmlns:a16="http://schemas.microsoft.com/office/drawing/2014/main" id="{1D525C9B-B19F-46B5-B4D7-E6471F89225B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59300"/>
            <a:ext cx="5365750" cy="431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noProof="0"/>
              <a:t>Click to edit Master text styles</a:t>
            </a:r>
          </a:p>
          <a:p>
            <a:pPr lvl="1"/>
            <a:r>
              <a:rPr lang="pt-BR" noProof="0"/>
              <a:t>Second level</a:t>
            </a:r>
          </a:p>
          <a:p>
            <a:pPr lvl="2"/>
            <a:r>
              <a:rPr lang="pt-BR" noProof="0"/>
              <a:t>Third level</a:t>
            </a:r>
          </a:p>
          <a:p>
            <a:pPr lvl="3"/>
            <a:r>
              <a:rPr lang="pt-BR" noProof="0"/>
              <a:t>Fourth level</a:t>
            </a:r>
          </a:p>
          <a:p>
            <a:pPr lvl="4"/>
            <a:r>
              <a:rPr lang="pt-BR" noProof="0"/>
              <a:t>Fifth level</a:t>
            </a:r>
          </a:p>
        </p:txBody>
      </p:sp>
      <p:sp>
        <p:nvSpPr>
          <p:cNvPr id="2056" name="Rectangle 8">
            <a:extLst>
              <a:ext uri="{FF2B5EF4-FFF2-40B4-BE49-F238E27FC236}">
                <a16:creationId xmlns:a16="http://schemas.microsoft.com/office/drawing/2014/main" id="{45A09973-6CB1-4056-A79D-BB25117CF7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8213" y="8888413"/>
            <a:ext cx="6731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>
            <a:lvl1pPr>
              <a:defRPr sz="2400" b="1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defRPr sz="2400" b="1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marL="1143000" indent="-228600">
              <a:defRPr sz="2400" b="1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defRPr sz="2400" b="1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marL="2057400" indent="-228600">
              <a:defRPr sz="2400" b="1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fld id="{27E61F01-F1A2-4050-A065-2F827B597615}" type="slidenum">
              <a:rPr lang="pt-BR" altLang="pt-BR" b="0" smtClean="0">
                <a:latin typeface="Book Antiqua" panose="02040602050305030304" pitchFamily="18" charset="0"/>
              </a:rPr>
              <a:pPr>
                <a:defRPr/>
              </a:pPr>
              <a:t>‹nº›</a:t>
            </a:fld>
            <a:endParaRPr lang="pt-BR" altLang="pt-BR" b="0">
              <a:latin typeface="Book Antiqua" panose="0204060205030503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D357882-4790-467F-8EBC-04C1F36AB319}" type="slidenum">
              <a:rPr lang="pt-BR" altLang="pt-BR" smtClean="0"/>
              <a:pPr>
                <a:defRPr/>
              </a:pPr>
              <a:t>1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5724107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C6CD5E-26BD-9B45-BB2F-78648736C27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80966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>
            <a:extLst>
              <a:ext uri="{FF2B5EF4-FFF2-40B4-BE49-F238E27FC236}">
                <a16:creationId xmlns:a16="http://schemas.microsoft.com/office/drawing/2014/main" id="{F22CB015-8AC3-4F2A-ABB1-1AA6FB6F091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7" name="Notes Placeholder 2">
            <a:extLst>
              <a:ext uri="{FF2B5EF4-FFF2-40B4-BE49-F238E27FC236}">
                <a16:creationId xmlns:a16="http://schemas.microsoft.com/office/drawing/2014/main" id="{0FD79DA0-80D1-47DE-8782-A38D327A05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pt-BR" sz="1200" kern="1200">
              <a:solidFill>
                <a:schemeClr val="tx1"/>
              </a:solidFill>
              <a:effectLst/>
              <a:latin typeface="Book Antiqua" pitchFamily="18" charset="0"/>
              <a:ea typeface="+mn-ea"/>
              <a:cs typeface="+mn-cs"/>
            </a:endParaRPr>
          </a:p>
        </p:txBody>
      </p:sp>
      <p:sp>
        <p:nvSpPr>
          <p:cNvPr id="16388" name="Footer Placeholder 4">
            <a:extLst>
              <a:ext uri="{FF2B5EF4-FFF2-40B4-BE49-F238E27FC236}">
                <a16:creationId xmlns:a16="http://schemas.microsoft.com/office/drawing/2014/main" id="{C6B31EFA-334F-45E9-8265-E8C61AE248C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marL="0" marR="0" lvl="0" indent="0" algn="l" defTabSz="94932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pt-BR" sz="1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rPr>
              <a:t>Oracle Database 11g: Ajuste de Desempenho   10 - </a:t>
            </a:r>
            <a:fld id="{87E9BE49-D62F-4BE7-AFCC-5EC23E0523CE}" type="slidenum">
              <a:rPr kumimoji="0" lang="en-US" altLang="pt-BR" sz="1000" b="1" i="1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rPr>
              <a:pPr marL="0" marR="0" lvl="0" indent="0" algn="l" defTabSz="94932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pt-BR" sz="10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02360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>
            <a:extLst>
              <a:ext uri="{FF2B5EF4-FFF2-40B4-BE49-F238E27FC236}">
                <a16:creationId xmlns:a16="http://schemas.microsoft.com/office/drawing/2014/main" id="{F22CB015-8AC3-4F2A-ABB1-1AA6FB6F091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7" name="Notes Placeholder 2">
            <a:extLst>
              <a:ext uri="{FF2B5EF4-FFF2-40B4-BE49-F238E27FC236}">
                <a16:creationId xmlns:a16="http://schemas.microsoft.com/office/drawing/2014/main" id="{0FD79DA0-80D1-47DE-8782-A38D327A05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pt-BR" sz="1200" kern="1200">
              <a:solidFill>
                <a:schemeClr val="tx1"/>
              </a:solidFill>
              <a:effectLst/>
              <a:latin typeface="Book Antiqua" pitchFamily="18" charset="0"/>
              <a:ea typeface="+mn-ea"/>
              <a:cs typeface="+mn-cs"/>
            </a:endParaRPr>
          </a:p>
        </p:txBody>
      </p:sp>
      <p:sp>
        <p:nvSpPr>
          <p:cNvPr id="16388" name="Footer Placeholder 4">
            <a:extLst>
              <a:ext uri="{FF2B5EF4-FFF2-40B4-BE49-F238E27FC236}">
                <a16:creationId xmlns:a16="http://schemas.microsoft.com/office/drawing/2014/main" id="{C6B31EFA-334F-45E9-8265-E8C61AE248C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marL="0" marR="0" lvl="0" indent="0" algn="l" defTabSz="94932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pt-BR" sz="1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rPr>
              <a:t>Oracle Database 11g: Ajuste de Desempenho   10 - </a:t>
            </a:r>
            <a:fld id="{87E9BE49-D62F-4BE7-AFCC-5EC23E0523CE}" type="slidenum">
              <a:rPr kumimoji="0" lang="en-US" altLang="pt-BR" sz="1000" b="1" i="1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rPr>
              <a:pPr marL="0" marR="0" lvl="0" indent="0" algn="l" defTabSz="94932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pt-BR" sz="10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25249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>
            <a:extLst>
              <a:ext uri="{FF2B5EF4-FFF2-40B4-BE49-F238E27FC236}">
                <a16:creationId xmlns:a16="http://schemas.microsoft.com/office/drawing/2014/main" id="{F22CB015-8AC3-4F2A-ABB1-1AA6FB6F091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7" name="Notes Placeholder 2">
            <a:extLst>
              <a:ext uri="{FF2B5EF4-FFF2-40B4-BE49-F238E27FC236}">
                <a16:creationId xmlns:a16="http://schemas.microsoft.com/office/drawing/2014/main" id="{0FD79DA0-80D1-47DE-8782-A38D327A05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pt-BR" sz="1200" b="0" kern="1200">
                <a:solidFill>
                  <a:schemeClr val="tx1"/>
                </a:solidFill>
                <a:effectLst/>
                <a:latin typeface="Book Antiqua" pitchFamily="18" charset="0"/>
                <a:ea typeface="+mn-ea"/>
                <a:cs typeface="+mn-cs"/>
              </a:rPr>
              <a:t>Nome do arquivo:</a:t>
            </a:r>
          </a:p>
          <a:p>
            <a:endParaRPr lang="pt-BR" sz="1200" b="0" kern="1200">
              <a:solidFill>
                <a:schemeClr val="tx1"/>
              </a:solidFill>
              <a:effectLst/>
              <a:latin typeface="Book Antiqua" pitchFamily="18" charset="0"/>
              <a:ea typeface="+mn-ea"/>
              <a:cs typeface="+mn-cs"/>
            </a:endParaRPr>
          </a:p>
          <a:p>
            <a:r>
              <a:rPr lang="pt-BR" sz="1200" b="0" kern="1200" err="1">
                <a:solidFill>
                  <a:schemeClr val="tx1"/>
                </a:solidFill>
                <a:effectLst/>
                <a:latin typeface="Book Antiqua" pitchFamily="18" charset="0"/>
                <a:ea typeface="+mn-ea"/>
                <a:cs typeface="+mn-cs"/>
              </a:rPr>
              <a:t>Dockerfile</a:t>
            </a:r>
            <a:endParaRPr lang="pt-BR" sz="1200" b="0" kern="1200">
              <a:solidFill>
                <a:schemeClr val="tx1"/>
              </a:solidFill>
              <a:effectLst/>
              <a:latin typeface="Book Antiqua" pitchFamily="18" charset="0"/>
              <a:ea typeface="+mn-ea"/>
              <a:cs typeface="+mn-cs"/>
            </a:endParaRPr>
          </a:p>
          <a:p>
            <a:endParaRPr lang="pt-BR" sz="1200" b="0" kern="1200">
              <a:solidFill>
                <a:schemeClr val="tx1"/>
              </a:solidFill>
              <a:effectLst/>
              <a:latin typeface="Book Antiqua" pitchFamily="18" charset="0"/>
              <a:ea typeface="+mn-ea"/>
              <a:cs typeface="+mn-cs"/>
            </a:endParaRPr>
          </a:p>
          <a:p>
            <a:endParaRPr lang="pt-BR" sz="1200" b="0" kern="1200">
              <a:solidFill>
                <a:schemeClr val="tx1"/>
              </a:solidFill>
              <a:effectLst/>
              <a:latin typeface="Book Antiqua" pitchFamily="18" charset="0"/>
              <a:ea typeface="+mn-ea"/>
              <a:cs typeface="+mn-cs"/>
            </a:endParaRPr>
          </a:p>
          <a:p>
            <a:r>
              <a:rPr lang="pt-BR" sz="1200" b="0" kern="1200">
                <a:solidFill>
                  <a:schemeClr val="tx1"/>
                </a:solidFill>
                <a:effectLst/>
                <a:latin typeface="Book Antiqua" pitchFamily="18" charset="0"/>
                <a:ea typeface="+mn-ea"/>
                <a:cs typeface="+mn-cs"/>
              </a:rPr>
              <a:t>FROM </a:t>
            </a:r>
            <a:r>
              <a:rPr lang="pt-BR" sz="1200" b="0" kern="1200" err="1">
                <a:solidFill>
                  <a:schemeClr val="tx1"/>
                </a:solidFill>
                <a:effectLst/>
                <a:latin typeface="Book Antiqua" pitchFamily="18" charset="0"/>
                <a:ea typeface="+mn-ea"/>
                <a:cs typeface="+mn-cs"/>
              </a:rPr>
              <a:t>ubuntu</a:t>
            </a:r>
            <a:endParaRPr lang="pt-BR" sz="1200" b="0" kern="1200">
              <a:solidFill>
                <a:schemeClr val="tx1"/>
              </a:solidFill>
              <a:effectLst/>
              <a:latin typeface="Book Antiqua" pitchFamily="18" charset="0"/>
              <a:ea typeface="+mn-ea"/>
              <a:cs typeface="+mn-cs"/>
            </a:endParaRPr>
          </a:p>
          <a:p>
            <a:br>
              <a:rPr lang="pt-BR" sz="1200" b="0" kern="1200">
                <a:solidFill>
                  <a:schemeClr val="tx1"/>
                </a:solidFill>
                <a:effectLst/>
                <a:latin typeface="Book Antiqua" pitchFamily="18" charset="0"/>
                <a:ea typeface="+mn-ea"/>
                <a:cs typeface="+mn-cs"/>
              </a:rPr>
            </a:br>
            <a:r>
              <a:rPr lang="pt-BR" sz="1200" b="0" kern="1200">
                <a:solidFill>
                  <a:schemeClr val="tx1"/>
                </a:solidFill>
                <a:effectLst/>
                <a:latin typeface="Book Antiqua" pitchFamily="18" charset="0"/>
                <a:ea typeface="+mn-ea"/>
                <a:cs typeface="+mn-cs"/>
              </a:rPr>
              <a:t>RUN </a:t>
            </a:r>
            <a:r>
              <a:rPr lang="pt-BR" sz="1200" b="0" kern="1200" err="1">
                <a:solidFill>
                  <a:schemeClr val="tx1"/>
                </a:solidFill>
                <a:effectLst/>
                <a:latin typeface="Book Antiqua" pitchFamily="18" charset="0"/>
                <a:ea typeface="+mn-ea"/>
                <a:cs typeface="+mn-cs"/>
              </a:rPr>
              <a:t>apt-get</a:t>
            </a:r>
            <a:r>
              <a:rPr lang="pt-BR" sz="1200" b="0" kern="1200">
                <a:solidFill>
                  <a:schemeClr val="tx1"/>
                </a:solidFill>
                <a:effectLst/>
                <a:latin typeface="Book Antiqua" pitchFamily="18" charset="0"/>
                <a:ea typeface="+mn-ea"/>
                <a:cs typeface="+mn-cs"/>
              </a:rPr>
              <a:t> -</a:t>
            </a:r>
            <a:r>
              <a:rPr lang="pt-BR" sz="1200" b="0" kern="1200" err="1">
                <a:solidFill>
                  <a:schemeClr val="tx1"/>
                </a:solidFill>
                <a:effectLst/>
                <a:latin typeface="Book Antiqua" pitchFamily="18" charset="0"/>
                <a:ea typeface="+mn-ea"/>
                <a:cs typeface="+mn-cs"/>
              </a:rPr>
              <a:t>y</a:t>
            </a:r>
            <a:r>
              <a:rPr lang="pt-BR" sz="1200" b="0" kern="1200">
                <a:solidFill>
                  <a:schemeClr val="tx1"/>
                </a:solidFill>
                <a:effectLst/>
                <a:latin typeface="Book Antiqua" pitchFamily="18" charset="0"/>
                <a:ea typeface="+mn-ea"/>
                <a:cs typeface="+mn-cs"/>
              </a:rPr>
              <a:t> </a:t>
            </a:r>
            <a:r>
              <a:rPr lang="pt-BR" sz="1200" b="0" kern="1200" err="1">
                <a:solidFill>
                  <a:schemeClr val="tx1"/>
                </a:solidFill>
                <a:effectLst/>
                <a:latin typeface="Book Antiqua" pitchFamily="18" charset="0"/>
                <a:ea typeface="+mn-ea"/>
                <a:cs typeface="+mn-cs"/>
              </a:rPr>
              <a:t>update</a:t>
            </a:r>
            <a:endParaRPr lang="pt-BR" sz="1200" b="0" kern="1200">
              <a:solidFill>
                <a:schemeClr val="tx1"/>
              </a:solidFill>
              <a:effectLst/>
              <a:latin typeface="Book Antiqua" pitchFamily="18" charset="0"/>
              <a:ea typeface="+mn-ea"/>
              <a:cs typeface="+mn-cs"/>
            </a:endParaRPr>
          </a:p>
          <a:p>
            <a:r>
              <a:rPr lang="pt-BR" sz="1200" b="0" kern="1200">
                <a:solidFill>
                  <a:schemeClr val="tx1"/>
                </a:solidFill>
                <a:effectLst/>
                <a:latin typeface="Book Antiqua" pitchFamily="18" charset="0"/>
                <a:ea typeface="+mn-ea"/>
                <a:cs typeface="+mn-cs"/>
              </a:rPr>
              <a:t>RUN </a:t>
            </a:r>
            <a:r>
              <a:rPr lang="pt-BR" sz="1200" b="0" kern="1200" err="1">
                <a:solidFill>
                  <a:schemeClr val="tx1"/>
                </a:solidFill>
                <a:effectLst/>
                <a:latin typeface="Book Antiqua" pitchFamily="18" charset="0"/>
                <a:ea typeface="+mn-ea"/>
                <a:cs typeface="+mn-cs"/>
              </a:rPr>
              <a:t>apt-get</a:t>
            </a:r>
            <a:r>
              <a:rPr lang="pt-BR" sz="1200" b="0" kern="1200">
                <a:solidFill>
                  <a:schemeClr val="tx1"/>
                </a:solidFill>
                <a:effectLst/>
                <a:latin typeface="Book Antiqua" pitchFamily="18" charset="0"/>
                <a:ea typeface="+mn-ea"/>
                <a:cs typeface="+mn-cs"/>
              </a:rPr>
              <a:t> -</a:t>
            </a:r>
            <a:r>
              <a:rPr lang="pt-BR" sz="1200" b="0" kern="1200" err="1">
                <a:solidFill>
                  <a:schemeClr val="tx1"/>
                </a:solidFill>
                <a:effectLst/>
                <a:latin typeface="Book Antiqua" pitchFamily="18" charset="0"/>
                <a:ea typeface="+mn-ea"/>
                <a:cs typeface="+mn-cs"/>
              </a:rPr>
              <a:t>y</a:t>
            </a:r>
            <a:r>
              <a:rPr lang="pt-BR" sz="1200" b="0" kern="1200">
                <a:solidFill>
                  <a:schemeClr val="tx1"/>
                </a:solidFill>
                <a:effectLst/>
                <a:latin typeface="Book Antiqua" pitchFamily="18" charset="0"/>
                <a:ea typeface="+mn-ea"/>
                <a:cs typeface="+mn-cs"/>
              </a:rPr>
              <a:t> </a:t>
            </a:r>
            <a:r>
              <a:rPr lang="pt-BR" sz="1200" b="0" kern="1200" err="1">
                <a:solidFill>
                  <a:schemeClr val="tx1"/>
                </a:solidFill>
                <a:effectLst/>
                <a:latin typeface="Book Antiqua" pitchFamily="18" charset="0"/>
                <a:ea typeface="+mn-ea"/>
                <a:cs typeface="+mn-cs"/>
              </a:rPr>
              <a:t>install</a:t>
            </a:r>
            <a:r>
              <a:rPr lang="pt-BR" sz="1200" b="0" kern="1200">
                <a:solidFill>
                  <a:schemeClr val="tx1"/>
                </a:solidFill>
                <a:effectLst/>
                <a:latin typeface="Book Antiqua" pitchFamily="18" charset="0"/>
                <a:ea typeface="+mn-ea"/>
                <a:cs typeface="+mn-cs"/>
              </a:rPr>
              <a:t> python3</a:t>
            </a:r>
          </a:p>
          <a:p>
            <a:endParaRPr lang="pt-BR" sz="1200" b="0" kern="1200">
              <a:solidFill>
                <a:schemeClr val="tx1"/>
              </a:solidFill>
              <a:effectLst/>
              <a:latin typeface="Book Antiqua" pitchFamily="18" charset="0"/>
              <a:ea typeface="+mn-ea"/>
              <a:cs typeface="+mn-cs"/>
            </a:endParaRPr>
          </a:p>
        </p:txBody>
      </p:sp>
      <p:sp>
        <p:nvSpPr>
          <p:cNvPr id="16388" name="Footer Placeholder 4">
            <a:extLst>
              <a:ext uri="{FF2B5EF4-FFF2-40B4-BE49-F238E27FC236}">
                <a16:creationId xmlns:a16="http://schemas.microsoft.com/office/drawing/2014/main" id="{C6B31EFA-334F-45E9-8265-E8C61AE248C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marL="0" marR="0" lvl="0" indent="0" algn="l" defTabSz="94932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pt-BR" sz="1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rPr>
              <a:t>Oracle Database 11g: Ajuste de Desempenho   10 - </a:t>
            </a:r>
            <a:fld id="{87E9BE49-D62F-4BE7-AFCC-5EC23E0523CE}" type="slidenum">
              <a:rPr kumimoji="0" lang="en-US" altLang="pt-BR" sz="1000" b="1" i="1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rPr>
              <a:pPr marL="0" marR="0" lvl="0" indent="0" algn="l" defTabSz="94932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pt-BR" sz="10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76561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>
            <a:extLst>
              <a:ext uri="{FF2B5EF4-FFF2-40B4-BE49-F238E27FC236}">
                <a16:creationId xmlns:a16="http://schemas.microsoft.com/office/drawing/2014/main" id="{F22CB015-8AC3-4F2A-ABB1-1AA6FB6F091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7" name="Notes Placeholder 2">
            <a:extLst>
              <a:ext uri="{FF2B5EF4-FFF2-40B4-BE49-F238E27FC236}">
                <a16:creationId xmlns:a16="http://schemas.microsoft.com/office/drawing/2014/main" id="{0FD79DA0-80D1-47DE-8782-A38D327A05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pt-BR" sz="1200" b="0" kern="1200">
                <a:solidFill>
                  <a:schemeClr val="tx1"/>
                </a:solidFill>
                <a:effectLst/>
                <a:latin typeface="Book Antiqua" pitchFamily="18" charset="0"/>
                <a:ea typeface="+mn-ea"/>
                <a:cs typeface="+mn-cs"/>
              </a:rPr>
              <a:t>Nome do arquivo:</a:t>
            </a:r>
          </a:p>
          <a:p>
            <a:endParaRPr lang="pt-BR" sz="1200" b="0" kern="1200">
              <a:solidFill>
                <a:schemeClr val="tx1"/>
              </a:solidFill>
              <a:effectLst/>
              <a:latin typeface="Book Antiqua" pitchFamily="18" charset="0"/>
              <a:ea typeface="+mn-ea"/>
              <a:cs typeface="+mn-cs"/>
            </a:endParaRPr>
          </a:p>
          <a:p>
            <a:r>
              <a:rPr lang="pt-BR" sz="1200" b="0" kern="1200" err="1">
                <a:solidFill>
                  <a:schemeClr val="tx1"/>
                </a:solidFill>
                <a:effectLst/>
                <a:latin typeface="Book Antiqua" pitchFamily="18" charset="0"/>
                <a:ea typeface="+mn-ea"/>
                <a:cs typeface="+mn-cs"/>
              </a:rPr>
              <a:t>Dockerfile</a:t>
            </a:r>
            <a:endParaRPr lang="pt-BR" sz="1200" b="0" kern="1200">
              <a:solidFill>
                <a:schemeClr val="tx1"/>
              </a:solidFill>
              <a:effectLst/>
              <a:latin typeface="Book Antiqua" pitchFamily="18" charset="0"/>
              <a:ea typeface="+mn-ea"/>
              <a:cs typeface="+mn-cs"/>
            </a:endParaRPr>
          </a:p>
          <a:p>
            <a:endParaRPr lang="pt-BR" sz="1200" b="0" kern="1200">
              <a:solidFill>
                <a:schemeClr val="tx1"/>
              </a:solidFill>
              <a:effectLst/>
              <a:latin typeface="Book Antiqua" pitchFamily="18" charset="0"/>
              <a:ea typeface="+mn-ea"/>
              <a:cs typeface="+mn-cs"/>
            </a:endParaRPr>
          </a:p>
          <a:p>
            <a:endParaRPr lang="pt-BR" sz="1200" b="0" kern="1200">
              <a:solidFill>
                <a:schemeClr val="tx1"/>
              </a:solidFill>
              <a:effectLst/>
              <a:latin typeface="Book Antiqua" pitchFamily="18" charset="0"/>
              <a:ea typeface="+mn-ea"/>
              <a:cs typeface="+mn-cs"/>
            </a:endParaRPr>
          </a:p>
          <a:p>
            <a:r>
              <a:rPr lang="pt-BR" sz="1200" b="0" kern="1200">
                <a:solidFill>
                  <a:schemeClr val="tx1"/>
                </a:solidFill>
                <a:effectLst/>
                <a:latin typeface="Book Antiqua" pitchFamily="18" charset="0"/>
                <a:ea typeface="+mn-ea"/>
                <a:cs typeface="+mn-cs"/>
              </a:rPr>
              <a:t>FROM </a:t>
            </a:r>
            <a:r>
              <a:rPr lang="pt-BR" sz="1200" b="0" kern="1200" err="1">
                <a:solidFill>
                  <a:schemeClr val="tx1"/>
                </a:solidFill>
                <a:effectLst/>
                <a:latin typeface="Book Antiqua" pitchFamily="18" charset="0"/>
                <a:ea typeface="+mn-ea"/>
                <a:cs typeface="+mn-cs"/>
              </a:rPr>
              <a:t>ubuntu</a:t>
            </a:r>
            <a:endParaRPr lang="pt-BR" sz="1200" b="0" kern="1200">
              <a:solidFill>
                <a:schemeClr val="tx1"/>
              </a:solidFill>
              <a:effectLst/>
              <a:latin typeface="Book Antiqua" pitchFamily="18" charset="0"/>
              <a:ea typeface="+mn-ea"/>
              <a:cs typeface="+mn-cs"/>
            </a:endParaRPr>
          </a:p>
          <a:p>
            <a:br>
              <a:rPr lang="pt-BR" sz="1200" b="0" kern="1200">
                <a:solidFill>
                  <a:schemeClr val="tx1"/>
                </a:solidFill>
                <a:effectLst/>
                <a:latin typeface="Book Antiqua" pitchFamily="18" charset="0"/>
                <a:ea typeface="+mn-ea"/>
                <a:cs typeface="+mn-cs"/>
              </a:rPr>
            </a:br>
            <a:r>
              <a:rPr lang="pt-BR" sz="1200" b="0" kern="1200">
                <a:solidFill>
                  <a:schemeClr val="tx1"/>
                </a:solidFill>
                <a:effectLst/>
                <a:latin typeface="Book Antiqua" pitchFamily="18" charset="0"/>
                <a:ea typeface="+mn-ea"/>
                <a:cs typeface="+mn-cs"/>
              </a:rPr>
              <a:t>RUN </a:t>
            </a:r>
            <a:r>
              <a:rPr lang="pt-BR" sz="1200" b="0" kern="1200" err="1">
                <a:solidFill>
                  <a:schemeClr val="tx1"/>
                </a:solidFill>
                <a:effectLst/>
                <a:latin typeface="Book Antiqua" pitchFamily="18" charset="0"/>
                <a:ea typeface="+mn-ea"/>
                <a:cs typeface="+mn-cs"/>
              </a:rPr>
              <a:t>apt-get</a:t>
            </a:r>
            <a:r>
              <a:rPr lang="pt-BR" sz="1200" b="0" kern="1200">
                <a:solidFill>
                  <a:schemeClr val="tx1"/>
                </a:solidFill>
                <a:effectLst/>
                <a:latin typeface="Book Antiqua" pitchFamily="18" charset="0"/>
                <a:ea typeface="+mn-ea"/>
                <a:cs typeface="+mn-cs"/>
              </a:rPr>
              <a:t> -</a:t>
            </a:r>
            <a:r>
              <a:rPr lang="pt-BR" sz="1200" b="0" kern="1200" err="1">
                <a:solidFill>
                  <a:schemeClr val="tx1"/>
                </a:solidFill>
                <a:effectLst/>
                <a:latin typeface="Book Antiqua" pitchFamily="18" charset="0"/>
                <a:ea typeface="+mn-ea"/>
                <a:cs typeface="+mn-cs"/>
              </a:rPr>
              <a:t>y</a:t>
            </a:r>
            <a:r>
              <a:rPr lang="pt-BR" sz="1200" b="0" kern="1200">
                <a:solidFill>
                  <a:schemeClr val="tx1"/>
                </a:solidFill>
                <a:effectLst/>
                <a:latin typeface="Book Antiqua" pitchFamily="18" charset="0"/>
                <a:ea typeface="+mn-ea"/>
                <a:cs typeface="+mn-cs"/>
              </a:rPr>
              <a:t> </a:t>
            </a:r>
            <a:r>
              <a:rPr lang="pt-BR" sz="1200" b="0" kern="1200" err="1">
                <a:solidFill>
                  <a:schemeClr val="tx1"/>
                </a:solidFill>
                <a:effectLst/>
                <a:latin typeface="Book Antiqua" pitchFamily="18" charset="0"/>
                <a:ea typeface="+mn-ea"/>
                <a:cs typeface="+mn-cs"/>
              </a:rPr>
              <a:t>update</a:t>
            </a:r>
            <a:endParaRPr lang="pt-BR" sz="1200" b="0" kern="1200">
              <a:solidFill>
                <a:schemeClr val="tx1"/>
              </a:solidFill>
              <a:effectLst/>
              <a:latin typeface="Book Antiqua" pitchFamily="18" charset="0"/>
              <a:ea typeface="+mn-ea"/>
              <a:cs typeface="+mn-cs"/>
            </a:endParaRPr>
          </a:p>
          <a:p>
            <a:r>
              <a:rPr lang="pt-BR" sz="1200" b="0" kern="1200">
                <a:solidFill>
                  <a:schemeClr val="tx1"/>
                </a:solidFill>
                <a:effectLst/>
                <a:latin typeface="Book Antiqua" pitchFamily="18" charset="0"/>
                <a:ea typeface="+mn-ea"/>
                <a:cs typeface="+mn-cs"/>
              </a:rPr>
              <a:t>RUN </a:t>
            </a:r>
            <a:r>
              <a:rPr lang="pt-BR" sz="1200" b="0" kern="1200" err="1">
                <a:solidFill>
                  <a:schemeClr val="tx1"/>
                </a:solidFill>
                <a:effectLst/>
                <a:latin typeface="Book Antiqua" pitchFamily="18" charset="0"/>
                <a:ea typeface="+mn-ea"/>
                <a:cs typeface="+mn-cs"/>
              </a:rPr>
              <a:t>apt-get</a:t>
            </a:r>
            <a:r>
              <a:rPr lang="pt-BR" sz="1200" b="0" kern="1200">
                <a:solidFill>
                  <a:schemeClr val="tx1"/>
                </a:solidFill>
                <a:effectLst/>
                <a:latin typeface="Book Antiqua" pitchFamily="18" charset="0"/>
                <a:ea typeface="+mn-ea"/>
                <a:cs typeface="+mn-cs"/>
              </a:rPr>
              <a:t> -</a:t>
            </a:r>
            <a:r>
              <a:rPr lang="pt-BR" sz="1200" b="0" kern="1200" err="1">
                <a:solidFill>
                  <a:schemeClr val="tx1"/>
                </a:solidFill>
                <a:effectLst/>
                <a:latin typeface="Book Antiqua" pitchFamily="18" charset="0"/>
                <a:ea typeface="+mn-ea"/>
                <a:cs typeface="+mn-cs"/>
              </a:rPr>
              <a:t>y</a:t>
            </a:r>
            <a:r>
              <a:rPr lang="pt-BR" sz="1200" b="0" kern="1200">
                <a:solidFill>
                  <a:schemeClr val="tx1"/>
                </a:solidFill>
                <a:effectLst/>
                <a:latin typeface="Book Antiqua" pitchFamily="18" charset="0"/>
                <a:ea typeface="+mn-ea"/>
                <a:cs typeface="+mn-cs"/>
              </a:rPr>
              <a:t> </a:t>
            </a:r>
            <a:r>
              <a:rPr lang="pt-BR" sz="1200" b="0" kern="1200" err="1">
                <a:solidFill>
                  <a:schemeClr val="tx1"/>
                </a:solidFill>
                <a:effectLst/>
                <a:latin typeface="Book Antiqua" pitchFamily="18" charset="0"/>
                <a:ea typeface="+mn-ea"/>
                <a:cs typeface="+mn-cs"/>
              </a:rPr>
              <a:t>install</a:t>
            </a:r>
            <a:r>
              <a:rPr lang="pt-BR" sz="1200" b="0" kern="1200">
                <a:solidFill>
                  <a:schemeClr val="tx1"/>
                </a:solidFill>
                <a:effectLst/>
                <a:latin typeface="Book Antiqua" pitchFamily="18" charset="0"/>
                <a:ea typeface="+mn-ea"/>
                <a:cs typeface="+mn-cs"/>
              </a:rPr>
              <a:t> python3</a:t>
            </a:r>
          </a:p>
          <a:p>
            <a:endParaRPr lang="pt-BR" sz="1200" b="0" kern="1200">
              <a:solidFill>
                <a:schemeClr val="tx1"/>
              </a:solidFill>
              <a:effectLst/>
              <a:latin typeface="Book Antiqua" pitchFamily="18" charset="0"/>
              <a:ea typeface="+mn-ea"/>
              <a:cs typeface="+mn-cs"/>
            </a:endParaRPr>
          </a:p>
        </p:txBody>
      </p:sp>
      <p:sp>
        <p:nvSpPr>
          <p:cNvPr id="16388" name="Footer Placeholder 4">
            <a:extLst>
              <a:ext uri="{FF2B5EF4-FFF2-40B4-BE49-F238E27FC236}">
                <a16:creationId xmlns:a16="http://schemas.microsoft.com/office/drawing/2014/main" id="{C6B31EFA-334F-45E9-8265-E8C61AE248C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marL="0" marR="0" lvl="0" indent="0" algn="l" defTabSz="94932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pt-BR" sz="1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rPr>
              <a:t>Oracle Database 11g: Ajuste de Desempenho   10 - </a:t>
            </a:r>
            <a:fld id="{87E9BE49-D62F-4BE7-AFCC-5EC23E0523CE}" type="slidenum">
              <a:rPr kumimoji="0" lang="en-US" altLang="pt-BR" sz="1000" b="1" i="1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rPr>
              <a:pPr marL="0" marR="0" lvl="0" indent="0" algn="l" defTabSz="94932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pt-BR" sz="10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98998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>
            <a:extLst>
              <a:ext uri="{FF2B5EF4-FFF2-40B4-BE49-F238E27FC236}">
                <a16:creationId xmlns:a16="http://schemas.microsoft.com/office/drawing/2014/main" id="{F22CB015-8AC3-4F2A-ABB1-1AA6FB6F091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7" name="Notes Placeholder 2">
            <a:extLst>
              <a:ext uri="{FF2B5EF4-FFF2-40B4-BE49-F238E27FC236}">
                <a16:creationId xmlns:a16="http://schemas.microsoft.com/office/drawing/2014/main" id="{0FD79DA0-80D1-47DE-8782-A38D327A05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pt-BR">
                <a:cs typeface="Arial" panose="020B0604020202020204" pitchFamily="34" charset="0"/>
                <a:sym typeface="Arial" panose="020B0604020202020204" pitchFamily="34" charset="0"/>
              </a:rPr>
              <a:t>O </a:t>
            </a:r>
            <a:r>
              <a:rPr lang="en-US" altLang="pt-BR" err="1">
                <a:cs typeface="Arial" panose="020B0604020202020204" pitchFamily="34" charset="0"/>
                <a:sym typeface="Arial" panose="020B0604020202020204" pitchFamily="34" charset="0"/>
              </a:rPr>
              <a:t>comando</a:t>
            </a:r>
            <a:r>
              <a:rPr lang="en-US" altLang="pt-BR">
                <a:cs typeface="Arial" panose="020B0604020202020204" pitchFamily="34" charset="0"/>
                <a:sym typeface="Arial" panose="020B0604020202020204" pitchFamily="34" charset="0"/>
              </a:rPr>
              <a:t> COPY </a:t>
            </a:r>
            <a:r>
              <a:rPr lang="en-US" altLang="pt-BR" err="1">
                <a:cs typeface="Arial" panose="020B0604020202020204" pitchFamily="34" charset="0"/>
                <a:sym typeface="Arial" panose="020B0604020202020204" pitchFamily="34" charset="0"/>
              </a:rPr>
              <a:t>somente</a:t>
            </a:r>
            <a:r>
              <a:rPr lang="en-US" altLang="pt-BR"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pt-BR" err="1">
                <a:cs typeface="Arial" panose="020B0604020202020204" pitchFamily="34" charset="0"/>
                <a:sym typeface="Arial" panose="020B0604020202020204" pitchFamily="34" charset="0"/>
              </a:rPr>
              <a:t>copia</a:t>
            </a:r>
            <a:r>
              <a:rPr lang="en-US" altLang="pt-BR"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pt-BR" err="1">
                <a:cs typeface="Arial" panose="020B0604020202020204" pitchFamily="34" charset="0"/>
                <a:sym typeface="Arial" panose="020B0604020202020204" pitchFamily="34" charset="0"/>
              </a:rPr>
              <a:t>arquivos</a:t>
            </a:r>
            <a:r>
              <a:rPr lang="en-US" altLang="pt-BR">
                <a:cs typeface="Arial" panose="020B0604020202020204" pitchFamily="34" charset="0"/>
                <a:sym typeface="Arial" panose="020B0604020202020204" pitchFamily="34" charset="0"/>
              </a:rPr>
              <a:t>, </a:t>
            </a:r>
            <a:r>
              <a:rPr lang="en-US" altLang="pt-BR" err="1">
                <a:cs typeface="Arial" panose="020B0604020202020204" pitchFamily="34" charset="0"/>
                <a:sym typeface="Arial" panose="020B0604020202020204" pitchFamily="34" charset="0"/>
              </a:rPr>
              <a:t>não</a:t>
            </a:r>
            <a:r>
              <a:rPr lang="en-US" altLang="pt-BR"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pt-BR" err="1">
                <a:cs typeface="Arial" panose="020B0604020202020204" pitchFamily="34" charset="0"/>
                <a:sym typeface="Arial" panose="020B0604020202020204" pitchFamily="34" charset="0"/>
              </a:rPr>
              <a:t>tem</a:t>
            </a:r>
            <a:r>
              <a:rPr lang="en-US" altLang="pt-BR"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altLang="pt-BR" err="1">
                <a:cs typeface="Arial" panose="020B0604020202020204" pitchFamily="34" charset="0"/>
                <a:sym typeface="Arial" panose="020B0604020202020204" pitchFamily="34" charset="0"/>
              </a:rPr>
              <a:t>suporte</a:t>
            </a:r>
            <a:r>
              <a:rPr lang="en-US" altLang="pt-BR">
                <a:cs typeface="Arial" panose="020B0604020202020204" pitchFamily="34" charset="0"/>
                <a:sym typeface="Arial" panose="020B0604020202020204" pitchFamily="34" charset="0"/>
              </a:rPr>
              <a:t> para  URLs </a:t>
            </a:r>
            <a:r>
              <a:rPr lang="en-US" altLang="pt-BR" err="1">
                <a:cs typeface="Arial" panose="020B0604020202020204" pitchFamily="34" charset="0"/>
                <a:sym typeface="Arial" panose="020B0604020202020204" pitchFamily="34" charset="0"/>
              </a:rPr>
              <a:t>etc</a:t>
            </a:r>
            <a:endParaRPr lang="pt-BR">
              <a:solidFill>
                <a:srgbClr val="005F8E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pt-BR">
              <a:solidFill>
                <a:srgbClr val="005F8E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pt-BR" b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pt-BR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pt-BR" b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ubuntu</a:t>
            </a:r>
            <a:r>
              <a:rPr lang="pt-BR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:</a:t>
            </a:r>
            <a:r>
              <a:rPr lang="pt-BR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18.04</a:t>
            </a:r>
            <a:endParaRPr lang="pt-BR" b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br>
              <a:rPr lang="pt-BR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</a:br>
            <a:r>
              <a:rPr lang="pt-BR" b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RUN</a:t>
            </a:r>
            <a:r>
              <a:rPr lang="pt-BR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pt-BR" b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apt-get</a:t>
            </a:r>
            <a:r>
              <a:rPr lang="pt-BR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pt-BR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update</a:t>
            </a:r>
            <a:r>
              <a:rPr lang="pt-BR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pt-BR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-</a:t>
            </a:r>
            <a:r>
              <a:rPr lang="pt-BR" b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y</a:t>
            </a:r>
            <a:endParaRPr lang="pt-BR" b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r>
              <a:rPr lang="pt-BR" b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RUN</a:t>
            </a:r>
            <a:r>
              <a:rPr lang="pt-BR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pt-BR" b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apt-get</a:t>
            </a:r>
            <a:r>
              <a:rPr lang="pt-BR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pt-BR" b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install</a:t>
            </a:r>
            <a:r>
              <a:rPr lang="pt-BR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pt-BR" b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npm</a:t>
            </a:r>
            <a:r>
              <a:rPr lang="pt-BR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pt-BR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-</a:t>
            </a:r>
            <a:r>
              <a:rPr lang="pt-BR" b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y</a:t>
            </a:r>
            <a:endParaRPr lang="pt-BR" b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br>
              <a:rPr lang="pt-BR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</a:br>
            <a:r>
              <a:rPr lang="pt-BR" b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ADD</a:t>
            </a:r>
            <a:r>
              <a:rPr lang="pt-BR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pt-BR" b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Dockerfile</a:t>
            </a:r>
            <a:r>
              <a:rPr lang="pt-BR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pt-BR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/root/arquivo-host-</a:t>
            </a:r>
            <a:r>
              <a:rPr lang="pt-BR" b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transferido.txt</a:t>
            </a:r>
            <a:endParaRPr lang="pt-BR" b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br>
              <a:rPr lang="pt-BR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</a:br>
            <a:endParaRPr lang="pt-BR">
              <a:solidFill>
                <a:srgbClr val="005F8E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pt-BR" err="1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docker</a:t>
            </a:r>
            <a:r>
              <a:rPr lang="pt-BR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build -</a:t>
            </a:r>
            <a:r>
              <a:rPr lang="pt-BR" err="1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pt-BR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>
                <a:solidFill>
                  <a:srgbClr val="FF006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teste</a:t>
            </a:r>
            <a:r>
              <a:rPr lang="pt-BR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800">
                <a:solidFill>
                  <a:srgbClr val="FF0066"/>
                </a:solidFill>
              </a:rPr>
              <a:t>.</a:t>
            </a:r>
            <a:endParaRPr lang="pt-BR">
              <a:solidFill>
                <a:srgbClr val="FF0066"/>
              </a:solidFill>
            </a:endParaRPr>
          </a:p>
          <a:p>
            <a:endParaRPr lang="en-US" altLang="pt-BR">
              <a:cs typeface="Arial" panose="020B0604020202020204" pitchFamily="34" charset="0"/>
              <a:sym typeface="Arial" panose="020B0604020202020204" pitchFamily="34" charset="0"/>
            </a:endParaRPr>
          </a:p>
          <a:p>
            <a:r>
              <a:rPr lang="pt-BR" err="1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docker</a:t>
            </a:r>
            <a:r>
              <a:rPr lang="pt-BR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container </a:t>
            </a:r>
            <a:r>
              <a:rPr lang="pt-BR" err="1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run</a:t>
            </a:r>
            <a:r>
              <a:rPr lang="pt-BR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--</a:t>
            </a:r>
            <a:r>
              <a:rPr lang="pt-BR" err="1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name</a:t>
            </a:r>
            <a:r>
              <a:rPr lang="pt-BR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err="1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testeadd</a:t>
            </a:r>
            <a:r>
              <a:rPr lang="pt-BR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-it teste /bin/</a:t>
            </a:r>
            <a:r>
              <a:rPr lang="pt-BR" err="1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bash</a:t>
            </a:r>
            <a:endParaRPr lang="pt-BR">
              <a:solidFill>
                <a:srgbClr val="005F8E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pt-BR">
              <a:solidFill>
                <a:srgbClr val="005F8E"/>
              </a:solidFill>
              <a:latin typeface="Calibri" panose="020F0502020204030204" pitchFamily="34" charset="0"/>
              <a:cs typeface="Calibri" panose="020F0502020204030204" pitchFamily="34" charset="0"/>
              <a:sym typeface="Arial" panose="020B0604020202020204" pitchFamily="34" charset="0"/>
            </a:endParaRPr>
          </a:p>
          <a:p>
            <a:r>
              <a:rPr lang="en-US" err="1">
                <a:solidFill>
                  <a:srgbClr val="FF0066"/>
                </a:solidFill>
                <a:latin typeface="Calibri" panose="020F050202020403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npm</a:t>
            </a:r>
            <a:r>
              <a:rPr lang="en-US">
                <a:solidFill>
                  <a:srgbClr val="FF0066"/>
                </a:solidFill>
                <a:latin typeface="Calibri" panose="020F050202020403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–v</a:t>
            </a:r>
          </a:p>
          <a:p>
            <a:endParaRPr lang="en-US">
              <a:solidFill>
                <a:srgbClr val="FF0066"/>
              </a:solidFill>
              <a:latin typeface="Calibri" panose="020F050202020403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r>
              <a:rPr lang="en-US">
                <a:solidFill>
                  <a:srgbClr val="FF0066"/>
                </a:solidFill>
                <a:latin typeface="Calibri" panose="020F050202020403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exit</a:t>
            </a:r>
          </a:p>
          <a:p>
            <a:endParaRPr lang="en-US">
              <a:solidFill>
                <a:srgbClr val="FF0066"/>
              </a:solidFill>
              <a:latin typeface="Calibri" panose="020F050202020403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6388" name="Footer Placeholder 4">
            <a:extLst>
              <a:ext uri="{FF2B5EF4-FFF2-40B4-BE49-F238E27FC236}">
                <a16:creationId xmlns:a16="http://schemas.microsoft.com/office/drawing/2014/main" id="{C6B31EFA-334F-45E9-8265-E8C61AE248C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marL="0" marR="0" lvl="0" indent="0" algn="l" defTabSz="94932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pt-BR" sz="1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rPr>
              <a:t>Oracle Database 11g: Ajuste de Desempenho   10 - </a:t>
            </a:r>
            <a:fld id="{87E9BE49-D62F-4BE7-AFCC-5EC23E0523CE}" type="slidenum">
              <a:rPr kumimoji="0" lang="en-US" altLang="pt-BR" sz="1000" b="1" i="1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rPr>
              <a:pPr marL="0" marR="0" lvl="0" indent="0" algn="l" defTabSz="94932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pt-BR" sz="10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16459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>
            <a:extLst>
              <a:ext uri="{FF2B5EF4-FFF2-40B4-BE49-F238E27FC236}">
                <a16:creationId xmlns:a16="http://schemas.microsoft.com/office/drawing/2014/main" id="{F22CB015-8AC3-4F2A-ABB1-1AA6FB6F091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7" name="Notes Placeholder 2">
            <a:extLst>
              <a:ext uri="{FF2B5EF4-FFF2-40B4-BE49-F238E27FC236}">
                <a16:creationId xmlns:a16="http://schemas.microsoft.com/office/drawing/2014/main" id="{0FD79DA0-80D1-47DE-8782-A38D327A05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pt-BR">
              <a:solidFill>
                <a:srgbClr val="005F8E"/>
              </a:solidFill>
              <a:latin typeface="Calibri" panose="020F0502020204030204" pitchFamily="34" charset="0"/>
              <a:ea typeface="Calibri"/>
              <a:cs typeface="Calibri"/>
            </a:endParaRPr>
          </a:p>
          <a:p>
            <a:endParaRPr lang="en-US">
              <a:solidFill>
                <a:srgbClr val="FF0066"/>
              </a:solidFill>
              <a:latin typeface="Calibri" panose="020F050202020403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6388" name="Footer Placeholder 4">
            <a:extLst>
              <a:ext uri="{FF2B5EF4-FFF2-40B4-BE49-F238E27FC236}">
                <a16:creationId xmlns:a16="http://schemas.microsoft.com/office/drawing/2014/main" id="{C6B31EFA-334F-45E9-8265-E8C61AE248C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marL="0" marR="0" lvl="0" indent="0" algn="l" defTabSz="94932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pt-BR" sz="1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rPr>
              <a:t>Oracle Database 11g: Ajuste de Desempenho   10 - </a:t>
            </a:r>
            <a:fld id="{87E9BE49-D62F-4BE7-AFCC-5EC23E0523CE}" type="slidenum">
              <a:rPr kumimoji="0" lang="en-US" altLang="pt-BR" sz="1000" b="1" i="1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rPr>
              <a:pPr marL="0" marR="0" lvl="0" indent="0" algn="l" defTabSz="94932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pt-BR" sz="10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52876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>
            <a:extLst>
              <a:ext uri="{FF2B5EF4-FFF2-40B4-BE49-F238E27FC236}">
                <a16:creationId xmlns:a16="http://schemas.microsoft.com/office/drawing/2014/main" id="{F22CB015-8AC3-4F2A-ABB1-1AA6FB6F091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7" name="Notes Placeholder 2">
            <a:extLst>
              <a:ext uri="{FF2B5EF4-FFF2-40B4-BE49-F238E27FC236}">
                <a16:creationId xmlns:a16="http://schemas.microsoft.com/office/drawing/2014/main" id="{0FD79DA0-80D1-47DE-8782-A38D327A05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pt-BR" sz="1200" kern="1200">
              <a:solidFill>
                <a:schemeClr val="tx1"/>
              </a:solidFill>
              <a:effectLst/>
              <a:latin typeface="Book Antiqua" pitchFamily="18" charset="0"/>
              <a:ea typeface="+mn-ea"/>
              <a:cs typeface="+mn-cs"/>
            </a:endParaRPr>
          </a:p>
        </p:txBody>
      </p:sp>
      <p:sp>
        <p:nvSpPr>
          <p:cNvPr id="16388" name="Footer Placeholder 4">
            <a:extLst>
              <a:ext uri="{FF2B5EF4-FFF2-40B4-BE49-F238E27FC236}">
                <a16:creationId xmlns:a16="http://schemas.microsoft.com/office/drawing/2014/main" id="{C6B31EFA-334F-45E9-8265-E8C61AE248C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marL="0" marR="0" lvl="0" indent="0" algn="l" defTabSz="94932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pt-BR" sz="1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rPr>
              <a:t>Oracle Database 11g: Ajuste de Desempenho   10 - </a:t>
            </a:r>
            <a:fld id="{87E9BE49-D62F-4BE7-AFCC-5EC23E0523CE}" type="slidenum">
              <a:rPr kumimoji="0" lang="en-US" altLang="pt-BR" sz="1000" b="1" i="1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rPr>
              <a:pPr marL="0" marR="0" lvl="0" indent="0" algn="l" defTabSz="94932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pt-BR" sz="10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60987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>
            <a:extLst>
              <a:ext uri="{FF2B5EF4-FFF2-40B4-BE49-F238E27FC236}">
                <a16:creationId xmlns:a16="http://schemas.microsoft.com/office/drawing/2014/main" id="{F22CB015-8AC3-4F2A-ABB1-1AA6FB6F091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7" name="Notes Placeholder 2">
            <a:extLst>
              <a:ext uri="{FF2B5EF4-FFF2-40B4-BE49-F238E27FC236}">
                <a16:creationId xmlns:a16="http://schemas.microsoft.com/office/drawing/2014/main" id="{0FD79DA0-80D1-47DE-8782-A38D327A05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pt-BR"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6388" name="Footer Placeholder 4">
            <a:extLst>
              <a:ext uri="{FF2B5EF4-FFF2-40B4-BE49-F238E27FC236}">
                <a16:creationId xmlns:a16="http://schemas.microsoft.com/office/drawing/2014/main" id="{C6B31EFA-334F-45E9-8265-E8C61AE248C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 defTabSz="949325">
              <a:spcBef>
                <a:spcPct val="30000"/>
              </a:spcBef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defTabSz="9493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marL="0" marR="0" lvl="0" indent="0" algn="l" defTabSz="94932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pt-BR" sz="1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rPr>
              <a:t>Oracle Database 11g: Ajuste de Desempenho   10 - </a:t>
            </a:r>
            <a:fld id="{87E9BE49-D62F-4BE7-AFCC-5EC23E0523CE}" type="slidenum">
              <a:rPr kumimoji="0" lang="en-US" altLang="pt-BR" sz="1000" b="1" i="1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rPr>
              <a:pPr marL="0" marR="0" lvl="0" indent="0" algn="l" defTabSz="94932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pt-BR" sz="10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22590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C6CD5E-26BD-9B45-BB2F-78648736C27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379245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5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5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5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5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pt-BR"/>
              <a:t>Clique para editar o estilo do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0680430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62566" y="188640"/>
            <a:ext cx="7200652" cy="763588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214610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</p:spTree>
    <p:extLst>
      <p:ext uri="{BB962C8B-B14F-4D97-AF65-F5344CB8AC3E}">
        <p14:creationId xmlns:p14="http://schemas.microsoft.com/office/powerpoint/2010/main" val="41022498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95536" y="188640"/>
            <a:ext cx="7200652" cy="763588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79388" y="1050925"/>
            <a:ext cx="4316412" cy="54737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050925"/>
            <a:ext cx="4316413" cy="54737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41155579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139136" cy="562074"/>
          </a:xfrm>
        </p:spPr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730567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9227792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15095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</p:spTree>
    <p:extLst>
      <p:ext uri="{BB962C8B-B14F-4D97-AF65-F5344CB8AC3E}">
        <p14:creationId xmlns:p14="http://schemas.microsoft.com/office/powerpoint/2010/main" val="37628437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</p:spTree>
    <p:extLst>
      <p:ext uri="{BB962C8B-B14F-4D97-AF65-F5344CB8AC3E}">
        <p14:creationId xmlns:p14="http://schemas.microsoft.com/office/powerpoint/2010/main" val="38510573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6835273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724650" y="0"/>
            <a:ext cx="2239963" cy="6524625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0" y="0"/>
            <a:ext cx="6572250" cy="6524625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3375198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28449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66842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554C5-5150-4BBF-B454-C1F22B72D550}" type="datetime1">
              <a:rPr lang="pt-BR" smtClean="0"/>
              <a:t>07/05/2026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629CB-7937-4506-A327-ACF88B95BB0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2172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72C6D-EF36-4C6C-AA85-9C166CEC2DBF}" type="datetime1">
              <a:rPr lang="pt-BR" smtClean="0"/>
              <a:t>07/05/2026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71716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B5943-389E-4FCC-84A8-9BB774E35C56}" type="datetime1">
              <a:rPr lang="pt-BR" smtClean="0"/>
              <a:t>07/05/2026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629CB-7937-4506-A327-ACF88B95BB0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4493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5E0B4-2F75-4527-83A5-99D6BAD95220}" type="datetime1">
              <a:rPr lang="pt-BR" smtClean="0"/>
              <a:t>07/05/2026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110784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7B78A-A785-4587-B91A-C3928AA29A4E}" type="datetime1">
              <a:rPr lang="pt-BR" smtClean="0"/>
              <a:t>07/05/2026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5295326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933BB-F2E8-4EA1-B3C8-EF323B1F3AF5}" type="datetime1">
              <a:rPr lang="pt-BR" smtClean="0"/>
              <a:t>07/05/2026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53500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682B4-9FE5-4CA5-9D91-EBF51BCBB20C}" type="datetime1">
              <a:rPr lang="pt-BR" smtClean="0"/>
              <a:t>07/05/2026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4AAA4-6363-4581-962D-1ACCC2D600C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8743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00DF1-1405-48B3-820A-9D8870880930}" type="datetime1">
              <a:rPr lang="pt-BR" smtClean="0"/>
              <a:t>07/05/2026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385741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D0901-4804-4607-9EA1-783A1898B8C5}" type="datetime1">
              <a:rPr lang="pt-BR" smtClean="0"/>
              <a:t>07/05/2026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2965050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0C8C3-5E43-480A-8C8A-872C52A1AD4C}" type="datetime1">
              <a:rPr lang="pt-BR" smtClean="0"/>
              <a:t>07/05/2026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62820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CEE30-F5B7-4997-801C-E787E0F7A72E}" type="datetime1">
              <a:rPr lang="pt-BR" smtClean="0"/>
              <a:t>07/05/2026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1756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417064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 userDrawn="1"/>
        </p:nvSpPr>
        <p:spPr>
          <a:xfrm>
            <a:off x="8365985" y="6141017"/>
            <a:ext cx="789666" cy="410186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 userDrawn="1"/>
        </p:nvSpPr>
        <p:spPr>
          <a:xfrm>
            <a:off x="8426945" y="6216481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53C5324-E7B2-4328-ABFA-3EE39506D70D}" type="slidenum">
              <a:rPr lang="en-US" sz="1200" smtClean="0">
                <a:solidFill>
                  <a:schemeClr val="bg1"/>
                </a:solidFill>
                <a:latin typeface="Gotham-Bold"/>
                <a:cs typeface="Gotham-Bold"/>
              </a:rPr>
              <a:t>‹nº›</a:t>
            </a:fld>
            <a:endParaRPr lang="en-US" sz="1200">
              <a:solidFill>
                <a:schemeClr val="bg1"/>
              </a:solidFill>
              <a:latin typeface="Gotham-Bold"/>
              <a:cs typeface="Gotham-Bold"/>
            </a:endParaRPr>
          </a:p>
        </p:txBody>
      </p:sp>
      <p:pic>
        <p:nvPicPr>
          <p:cNvPr id="25" name="Picture 2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sp>
        <p:nvSpPr>
          <p:cNvPr id="26" name="Rectangle 25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32807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bg>
      <p:bgPr>
        <a:solidFill>
          <a:srgbClr val="F02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2580640"/>
            <a:ext cx="9144000" cy="282448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 userDrawn="1"/>
        </p:nvSpPr>
        <p:spPr>
          <a:xfrm>
            <a:off x="747966" y="3342641"/>
            <a:ext cx="72000" cy="1239520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37508" y="333716"/>
            <a:ext cx="975616" cy="267011"/>
          </a:xfrm>
          <a:prstGeom prst="rect">
            <a:avLst/>
          </a:prstGeom>
        </p:spPr>
      </p:pic>
      <p:sp>
        <p:nvSpPr>
          <p:cNvPr id="12" name="Content Placeholder 2"/>
          <p:cNvSpPr>
            <a:spLocks noGrp="1"/>
          </p:cNvSpPr>
          <p:nvPr>
            <p:ph sz="half" idx="10" hasCustomPrompt="1"/>
          </p:nvPr>
        </p:nvSpPr>
        <p:spPr>
          <a:xfrm>
            <a:off x="1053372" y="3222882"/>
            <a:ext cx="8107976" cy="404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>
                <a:srgbClr val="303030"/>
              </a:buClr>
              <a:buSzTx/>
              <a:buFont typeface="Wingdings" charset="2"/>
              <a:buNone/>
              <a:tabLst/>
              <a:defRPr kumimoji="1" lang="en-US" sz="1600" kern="1200" dirty="0" smtClean="0">
                <a:solidFill>
                  <a:schemeClr val="bg1"/>
                </a:solidFill>
                <a:latin typeface="Gotham-Bold"/>
                <a:ea typeface="+mn-ea"/>
                <a:cs typeface="Gotham-Bold"/>
              </a:defRPr>
            </a:lvl1pPr>
            <a:lvl2pPr>
              <a:defRPr lang="x-none" sz="1800" smtClean="0"/>
            </a:lvl2pPr>
            <a:lvl3pPr>
              <a:defRPr lang="x-none" sz="1800" smtClean="0"/>
            </a:lvl3pPr>
            <a:lvl4pPr>
              <a:defRPr lang="x-none" sz="1800" smtClean="0"/>
            </a:lvl4pPr>
            <a:lvl5pPr>
              <a:defRPr lang="en-US" sz="1800" dirty="0"/>
            </a:lvl5pPr>
          </a:lstStyle>
          <a:p>
            <a:pPr>
              <a:defRPr/>
            </a:pPr>
            <a:r>
              <a:rPr kumimoji="1" lang="en-US" sz="2000">
                <a:solidFill>
                  <a:schemeClr val="bg1"/>
                </a:solidFill>
                <a:latin typeface="Gotham-Bold"/>
                <a:cs typeface="Gotham-Bold"/>
              </a:rPr>
              <a:t>Copyright © 2015  Prof. Jorge </a:t>
            </a:r>
            <a:r>
              <a:rPr kumimoji="1" lang="en-US" sz="2000" err="1">
                <a:solidFill>
                  <a:schemeClr val="bg1"/>
                </a:solidFill>
                <a:latin typeface="Gotham-Bold"/>
                <a:cs typeface="Gotham-Bold"/>
              </a:rPr>
              <a:t>Surian</a:t>
            </a:r>
            <a:endParaRPr lang="x-none"/>
          </a:p>
        </p:txBody>
      </p:sp>
      <p:sp>
        <p:nvSpPr>
          <p:cNvPr id="14" name="Content Placeholder 2"/>
          <p:cNvSpPr>
            <a:spLocks noGrp="1"/>
          </p:cNvSpPr>
          <p:nvPr>
            <p:ph sz="half" idx="11" hasCustomPrompt="1"/>
          </p:nvPr>
        </p:nvSpPr>
        <p:spPr>
          <a:xfrm>
            <a:off x="1053372" y="3773418"/>
            <a:ext cx="6694934" cy="904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>
                <a:srgbClr val="303030"/>
              </a:buClr>
              <a:buSzTx/>
              <a:buFont typeface="Wingdings" charset="2"/>
              <a:buNone/>
              <a:tabLst/>
              <a:defRPr kumimoji="1" lang="en-US" sz="1600" kern="1200" dirty="0">
                <a:solidFill>
                  <a:schemeClr val="bg1"/>
                </a:solidFill>
                <a:latin typeface="Gotham-Book"/>
                <a:ea typeface="+mn-ea"/>
                <a:cs typeface="Gotham-Book"/>
              </a:defRPr>
            </a:lvl1pPr>
            <a:lvl2pPr>
              <a:defRPr lang="x-none" sz="1800" smtClean="0"/>
            </a:lvl2pPr>
            <a:lvl3pPr>
              <a:defRPr lang="x-none" sz="1800" smtClean="0"/>
            </a:lvl3pPr>
            <a:lvl4pPr>
              <a:defRPr lang="x-none" sz="1800" smtClean="0"/>
            </a:lvl4pPr>
            <a:lvl5pPr>
              <a:defRPr lang="en-US" sz="1800" dirty="0"/>
            </a:lvl5pPr>
          </a:lstStyle>
          <a:p>
            <a:pPr>
              <a:lnSpc>
                <a:spcPct val="110000"/>
              </a:lnSpc>
              <a:defRPr/>
            </a:pPr>
            <a:r>
              <a:rPr kumimoji="1" lang="en-US" sz="1600" err="1">
                <a:solidFill>
                  <a:schemeClr val="bg1"/>
                </a:solidFill>
                <a:latin typeface="Gotham-Book"/>
                <a:cs typeface="Gotham-Book"/>
              </a:rPr>
              <a:t>Todos</a:t>
            </a:r>
            <a:r>
              <a:rPr kumimoji="1" lang="en-US" sz="160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err="1">
                <a:solidFill>
                  <a:schemeClr val="bg1"/>
                </a:solidFill>
                <a:latin typeface="Gotham-Book"/>
                <a:cs typeface="Gotham-Book"/>
              </a:rPr>
              <a:t>direitos</a:t>
            </a:r>
            <a:r>
              <a:rPr kumimoji="1" lang="en-US" sz="160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err="1">
                <a:solidFill>
                  <a:schemeClr val="bg1"/>
                </a:solidFill>
                <a:latin typeface="Gotham-Book"/>
                <a:cs typeface="Gotham-Book"/>
              </a:rPr>
              <a:t>reservados</a:t>
            </a:r>
            <a:r>
              <a:rPr kumimoji="1" lang="en-US" sz="1600">
                <a:solidFill>
                  <a:schemeClr val="bg1"/>
                </a:solidFill>
                <a:latin typeface="Gotham-Book"/>
                <a:cs typeface="Gotham-Book"/>
              </a:rPr>
              <a:t>. </a:t>
            </a:r>
            <a:r>
              <a:rPr kumimoji="1" lang="en-US" sz="1600" err="1">
                <a:solidFill>
                  <a:schemeClr val="bg1"/>
                </a:solidFill>
                <a:latin typeface="Gotham-Book"/>
                <a:cs typeface="Gotham-Book"/>
              </a:rPr>
              <a:t>Reprodução</a:t>
            </a:r>
            <a:r>
              <a:rPr kumimoji="1" lang="en-US" sz="160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err="1">
                <a:solidFill>
                  <a:schemeClr val="bg1"/>
                </a:solidFill>
                <a:latin typeface="Gotham-Book"/>
                <a:cs typeface="Gotham-Book"/>
              </a:rPr>
              <a:t>ou</a:t>
            </a:r>
            <a:r>
              <a:rPr kumimoji="1" lang="en-US" sz="160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err="1">
                <a:solidFill>
                  <a:schemeClr val="bg1"/>
                </a:solidFill>
                <a:latin typeface="Gotham-Book"/>
                <a:cs typeface="Gotham-Book"/>
              </a:rPr>
              <a:t>divulgação</a:t>
            </a:r>
            <a:r>
              <a:rPr kumimoji="1" lang="en-US" sz="1600">
                <a:solidFill>
                  <a:schemeClr val="bg1"/>
                </a:solidFill>
                <a:latin typeface="Gotham-Book"/>
                <a:cs typeface="Gotham-Book"/>
              </a:rPr>
              <a:t> total </a:t>
            </a:r>
            <a:r>
              <a:rPr kumimoji="1" lang="en-US" sz="1600" err="1">
                <a:solidFill>
                  <a:schemeClr val="bg1"/>
                </a:solidFill>
                <a:latin typeface="Gotham-Book"/>
                <a:cs typeface="Gotham-Book"/>
              </a:rPr>
              <a:t>ou</a:t>
            </a:r>
            <a:r>
              <a:rPr kumimoji="1" lang="en-US" sz="160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err="1">
                <a:solidFill>
                  <a:schemeClr val="bg1"/>
                </a:solidFill>
                <a:latin typeface="Gotham-Book"/>
                <a:cs typeface="Gotham-Book"/>
              </a:rPr>
              <a:t>parcial</a:t>
            </a:r>
            <a:r>
              <a:rPr kumimoji="1" lang="en-US" sz="160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err="1">
                <a:solidFill>
                  <a:schemeClr val="bg1"/>
                </a:solidFill>
                <a:latin typeface="Gotham-Book"/>
                <a:cs typeface="Gotham-Book"/>
              </a:rPr>
              <a:t>deste</a:t>
            </a:r>
            <a:r>
              <a:rPr kumimoji="1" lang="en-US" sz="160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err="1">
                <a:solidFill>
                  <a:schemeClr val="bg1"/>
                </a:solidFill>
                <a:latin typeface="Gotham-Book"/>
                <a:cs typeface="Gotham-Book"/>
              </a:rPr>
              <a:t>documento</a:t>
            </a:r>
            <a:r>
              <a:rPr kumimoji="1" lang="en-US" sz="1600">
                <a:solidFill>
                  <a:schemeClr val="bg1"/>
                </a:solidFill>
                <a:latin typeface="Gotham-Book"/>
                <a:cs typeface="Gotham-Book"/>
              </a:rPr>
              <a:t> é </a:t>
            </a:r>
            <a:r>
              <a:rPr kumimoji="1" lang="en-US" sz="1600" err="1">
                <a:solidFill>
                  <a:schemeClr val="bg1"/>
                </a:solidFill>
                <a:latin typeface="Gotham-Book"/>
                <a:cs typeface="Gotham-Book"/>
              </a:rPr>
              <a:t>expressamente</a:t>
            </a:r>
            <a:r>
              <a:rPr kumimoji="1" lang="en-US" sz="160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err="1">
                <a:solidFill>
                  <a:schemeClr val="bg1"/>
                </a:solidFill>
                <a:latin typeface="Gotham-Book"/>
                <a:cs typeface="Gotham-Book"/>
              </a:rPr>
              <a:t>proíbido</a:t>
            </a:r>
            <a:r>
              <a:rPr kumimoji="1" lang="en-US" sz="160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err="1">
                <a:solidFill>
                  <a:schemeClr val="bg1"/>
                </a:solidFill>
                <a:latin typeface="Gotham-Book"/>
                <a:cs typeface="Gotham-Book"/>
              </a:rPr>
              <a:t>sem</a:t>
            </a:r>
            <a:r>
              <a:rPr kumimoji="1" lang="en-US" sz="1600">
                <a:solidFill>
                  <a:schemeClr val="bg1"/>
                </a:solidFill>
                <a:latin typeface="Gotham-Book"/>
                <a:cs typeface="Gotham-Book"/>
              </a:rPr>
              <a:t> o </a:t>
            </a:r>
            <a:r>
              <a:rPr kumimoji="1" lang="pt-BR" sz="1600">
                <a:solidFill>
                  <a:schemeClr val="bg1"/>
                </a:solidFill>
                <a:latin typeface="Gotham-Book"/>
                <a:cs typeface="Gotham-Book"/>
              </a:rPr>
              <a:t>consentimento formal, por escrito,</a:t>
            </a:r>
            <a:r>
              <a:rPr kumimoji="1" lang="en-US" sz="1600">
                <a:solidFill>
                  <a:schemeClr val="bg1"/>
                </a:solidFill>
                <a:latin typeface="Gotham-Book"/>
                <a:cs typeface="Gotham-Book"/>
              </a:rPr>
              <a:t> do Professor (</a:t>
            </a:r>
            <a:r>
              <a:rPr kumimoji="1" lang="en-US" sz="1600" err="1">
                <a:solidFill>
                  <a:schemeClr val="bg1"/>
                </a:solidFill>
                <a:latin typeface="Gotham-Book"/>
                <a:cs typeface="Gotham-Book"/>
              </a:rPr>
              <a:t>autor</a:t>
            </a:r>
            <a:r>
              <a:rPr kumimoji="1" lang="en-US" sz="1600">
                <a:solidFill>
                  <a:schemeClr val="bg1"/>
                </a:solidFill>
                <a:latin typeface="Gotham-Book"/>
                <a:cs typeface="Gotham-Book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72526274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74039" y="3081534"/>
            <a:ext cx="5783223" cy="682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41426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 userDrawn="1"/>
        </p:nvSpPr>
        <p:spPr>
          <a:xfrm>
            <a:off x="8365985" y="6141017"/>
            <a:ext cx="789666" cy="410186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 userDrawn="1"/>
        </p:nvSpPr>
        <p:spPr>
          <a:xfrm>
            <a:off x="8426945" y="6216481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53C5324-E7B2-4328-ABFA-3EE39506D70D}" type="slidenum">
              <a:rPr lang="en-US" sz="1200" smtClean="0">
                <a:solidFill>
                  <a:schemeClr val="bg1"/>
                </a:solidFill>
                <a:latin typeface="Gotham-Bold"/>
                <a:cs typeface="Gotham-Bold"/>
              </a:rPr>
              <a:t>‹nº›</a:t>
            </a:fld>
            <a:endParaRPr lang="en-US" sz="1200">
              <a:solidFill>
                <a:schemeClr val="bg1"/>
              </a:solidFill>
              <a:latin typeface="Gotham-Bold"/>
              <a:cs typeface="Gotham-Bold"/>
            </a:endParaRPr>
          </a:p>
        </p:txBody>
      </p:sp>
      <p:pic>
        <p:nvPicPr>
          <p:cNvPr id="25" name="Picture 2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sp>
        <p:nvSpPr>
          <p:cNvPr id="26" name="Rectangle 25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09874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 userDrawn="1"/>
        </p:nvSpPr>
        <p:spPr>
          <a:xfrm>
            <a:off x="8365985" y="6141017"/>
            <a:ext cx="789666" cy="410186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 userDrawn="1"/>
        </p:nvSpPr>
        <p:spPr>
          <a:xfrm>
            <a:off x="8426945" y="6216481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53C5324-E7B2-4328-ABFA-3EE39506D70D}" type="slidenum">
              <a:rPr lang="en-US" sz="1200" smtClean="0">
                <a:solidFill>
                  <a:schemeClr val="bg1"/>
                </a:solidFill>
                <a:latin typeface="Gotham-Bold"/>
                <a:cs typeface="Gotham-Bold"/>
              </a:rPr>
              <a:t>‹nº›</a:t>
            </a:fld>
            <a:endParaRPr lang="en-US" sz="1200">
              <a:solidFill>
                <a:schemeClr val="bg1"/>
              </a:solidFill>
              <a:latin typeface="Gotham-Bold"/>
              <a:cs typeface="Gotham-Bold"/>
            </a:endParaRPr>
          </a:p>
        </p:txBody>
      </p:sp>
      <p:pic>
        <p:nvPicPr>
          <p:cNvPr id="25" name="Picture 2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sp>
        <p:nvSpPr>
          <p:cNvPr id="26" name="Rectangle 25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3789680" y="4653280"/>
            <a:ext cx="4576305" cy="119609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 userDrawn="1"/>
        </p:nvSpPr>
        <p:spPr>
          <a:xfrm>
            <a:off x="947124" y="748343"/>
            <a:ext cx="4870522" cy="487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>
                <a:solidFill>
                  <a:srgbClr val="303030"/>
                </a:solidFill>
                <a:latin typeface="Gotham-Bold"/>
                <a:cs typeface="Gotham-Bold"/>
              </a:rPr>
              <a:t>SHORT </a:t>
            </a:r>
            <a:r>
              <a:rPr lang="en-US" sz="2800">
                <a:solidFill>
                  <a:srgbClr val="303030"/>
                </a:solidFill>
                <a:latin typeface="Gotham-Book"/>
                <a:cs typeface="Gotham-Book"/>
              </a:rPr>
              <a:t>BIO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 rotWithShape="1">
          <a:blip r:embed="rId3"/>
          <a:srcRect r="11217"/>
          <a:stretch/>
        </p:blipFill>
        <p:spPr>
          <a:xfrm>
            <a:off x="765379" y="1755983"/>
            <a:ext cx="3024301" cy="4093388"/>
          </a:xfrm>
          <a:prstGeom prst="rect">
            <a:avLst/>
          </a:prstGeom>
        </p:spPr>
      </p:pic>
      <p:sp>
        <p:nvSpPr>
          <p:cNvPr id="12" name="Isosceles Triangle 11"/>
          <p:cNvSpPr/>
          <p:nvPr userDrawn="1"/>
        </p:nvSpPr>
        <p:spPr>
          <a:xfrm rot="16200000">
            <a:off x="3489444" y="4913820"/>
            <a:ext cx="336316" cy="264160"/>
          </a:xfrm>
          <a:prstGeom prst="triangle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 userDrawn="1"/>
        </p:nvSpPr>
        <p:spPr>
          <a:xfrm>
            <a:off x="765379" y="8432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4130483" y="1674703"/>
            <a:ext cx="4222487" cy="2540000"/>
          </a:xfrm>
          <a:prstGeom prst="rect">
            <a:avLst/>
          </a:prstGeom>
        </p:spPr>
        <p:txBody>
          <a:bodyPr anchor="t"/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>
                <a:srgbClr val="303030"/>
              </a:buClr>
              <a:buSzTx/>
              <a:buFont typeface="Arial"/>
              <a:buNone/>
              <a:tabLst/>
              <a:defRPr lang="en-US" sz="1600" kern="1200" dirty="0">
                <a:solidFill>
                  <a:srgbClr val="303030"/>
                </a:solidFill>
                <a:latin typeface="Gotham-Book"/>
                <a:ea typeface="+mn-ea"/>
                <a:cs typeface="Gotham-Book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lnSpc>
                <a:spcPct val="110000"/>
              </a:lnSpc>
            </a:pP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Lorem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ipsum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dolor sit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amet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,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consectetur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adipiscing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elit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.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Fusce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dapibus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sem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quam,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sed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fermentum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elit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rhoncus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nec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.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Quisque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ac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aliquet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velit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,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sed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maximus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felis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.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Quisque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id ante sit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amet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massa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sollicitudin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eleifend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.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Fusce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at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massa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vehicula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,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finibus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risus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sit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amet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,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viverra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massa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.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Donec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lobortis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, quam in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dignissim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euismod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,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eros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erat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.</a:t>
            </a:r>
          </a:p>
        </p:txBody>
      </p:sp>
      <p:sp>
        <p:nvSpPr>
          <p:cNvPr id="16" name="Text Placeholder 2"/>
          <p:cNvSpPr>
            <a:spLocks noGrp="1"/>
          </p:cNvSpPr>
          <p:nvPr>
            <p:ph type="body" idx="11" hasCustomPrompt="1"/>
          </p:nvPr>
        </p:nvSpPr>
        <p:spPr>
          <a:xfrm>
            <a:off x="4177275" y="4865041"/>
            <a:ext cx="3651742" cy="349677"/>
          </a:xfrm>
          <a:prstGeom prst="rect">
            <a:avLst/>
          </a:prstGeom>
        </p:spPr>
        <p:txBody>
          <a:bodyPr anchor="t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303030"/>
              </a:buClr>
              <a:buSzTx/>
              <a:buFont typeface="Arial"/>
              <a:buNone/>
              <a:tabLst/>
              <a:defRPr lang="en-US" sz="2000" kern="1200" cap="all" baseline="0" dirty="0">
                <a:solidFill>
                  <a:schemeClr val="bg1"/>
                </a:solidFill>
                <a:latin typeface="Gotham-Bold"/>
                <a:ea typeface="+mn-ea"/>
                <a:cs typeface="Gotham-Bold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lnSpc>
                <a:spcPct val="110000"/>
              </a:lnSpc>
            </a:pP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PROF. LEANDO RUBIM</a:t>
            </a:r>
          </a:p>
        </p:txBody>
      </p:sp>
      <p:sp>
        <p:nvSpPr>
          <p:cNvPr id="17" name="Text Placeholder 2"/>
          <p:cNvSpPr>
            <a:spLocks noGrp="1"/>
          </p:cNvSpPr>
          <p:nvPr>
            <p:ph type="body" idx="12" hasCustomPrompt="1"/>
          </p:nvPr>
        </p:nvSpPr>
        <p:spPr>
          <a:xfrm>
            <a:off x="4176945" y="5252143"/>
            <a:ext cx="2621426" cy="349677"/>
          </a:xfrm>
          <a:prstGeom prst="rect">
            <a:avLst/>
          </a:prstGeom>
        </p:spPr>
        <p:txBody>
          <a:bodyPr anchor="t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303030"/>
              </a:buClr>
              <a:buSzTx/>
              <a:buFont typeface="Arial"/>
              <a:buNone/>
              <a:tabLst/>
              <a:defRPr lang="en-US" sz="1800" kern="1200" dirty="0">
                <a:solidFill>
                  <a:srgbClr val="FFFFFF"/>
                </a:solidFill>
                <a:latin typeface="Gotham-Bold"/>
                <a:ea typeface="+mn-ea"/>
                <a:cs typeface="Gotham-Bold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lnSpc>
                <a:spcPct val="110000"/>
              </a:lnSpc>
            </a:pP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leandro@fiap.com.br</a:t>
            </a:r>
          </a:p>
        </p:txBody>
      </p:sp>
    </p:spTree>
    <p:extLst>
      <p:ext uri="{BB962C8B-B14F-4D97-AF65-F5344CB8AC3E}">
        <p14:creationId xmlns:p14="http://schemas.microsoft.com/office/powerpoint/2010/main" val="89689919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8365985" y="6141017"/>
            <a:ext cx="789666" cy="410186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 userDrawn="1"/>
        </p:nvSpPr>
        <p:spPr>
          <a:xfrm>
            <a:off x="8426945" y="6216481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53C5324-E7B2-4328-ABFA-3EE39506D70D}" type="slidenum">
              <a:rPr lang="en-US" sz="1200" smtClean="0">
                <a:solidFill>
                  <a:schemeClr val="bg1"/>
                </a:solidFill>
                <a:latin typeface="Gotham-Bold"/>
                <a:cs typeface="Gotham-Bold"/>
              </a:rPr>
              <a:t>‹nº›</a:t>
            </a:fld>
            <a:endParaRPr lang="en-US" sz="1200">
              <a:solidFill>
                <a:schemeClr val="bg1"/>
              </a:solidFill>
              <a:latin typeface="Gotham-Bold"/>
              <a:cs typeface="Gotham-Bold"/>
            </a:endParaRP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sp>
        <p:nvSpPr>
          <p:cNvPr id="10" name="Rectangle 9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 userDrawn="1"/>
        </p:nvSpPr>
        <p:spPr>
          <a:xfrm>
            <a:off x="765379" y="7924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itle 1"/>
          <p:cNvSpPr>
            <a:spLocks noGrp="1"/>
          </p:cNvSpPr>
          <p:nvPr>
            <p:ph type="title" hasCustomPrompt="1"/>
          </p:nvPr>
        </p:nvSpPr>
        <p:spPr>
          <a:xfrm>
            <a:off x="947124" y="694653"/>
            <a:ext cx="8196876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>
              <a:defRPr lang="en-US" sz="2800" cap="all" baseline="0" dirty="0">
                <a:solidFill>
                  <a:srgbClr val="303030"/>
                </a:solidFill>
                <a:latin typeface="Gotham-Bold"/>
                <a:ea typeface="+mn-ea"/>
                <a:cs typeface="Gotham-Bold"/>
              </a:defRPr>
            </a:lvl1pPr>
          </a:lstStyle>
          <a:p>
            <a:pPr marL="0" lvl="0" algn="l" defTabSz="914400">
              <a:lnSpc>
                <a:spcPct val="90000"/>
              </a:lnSpc>
            </a:pPr>
            <a:r>
              <a:rPr lang="pt-BR"/>
              <a:t>Conteúdo do curso</a:t>
            </a:r>
            <a:endParaRPr lang="en-US"/>
          </a:p>
        </p:txBody>
      </p:sp>
      <p:sp>
        <p:nvSpPr>
          <p:cNvPr id="19" name="Content Placeholder 2"/>
          <p:cNvSpPr>
            <a:spLocks noGrp="1"/>
          </p:cNvSpPr>
          <p:nvPr>
            <p:ph sz="half" idx="10" hasCustomPrompt="1"/>
          </p:nvPr>
        </p:nvSpPr>
        <p:spPr>
          <a:xfrm>
            <a:off x="1036024" y="2165488"/>
            <a:ext cx="8107976" cy="1348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285750" marR="0" indent="-285750" algn="l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303030"/>
              </a:buClr>
              <a:buSzTx/>
              <a:buFont typeface="Wingdings" charset="2"/>
              <a:buChar char="§"/>
              <a:tabLst/>
              <a:defRPr lang="en-US" sz="1600" kern="1200" dirty="0" smtClean="0">
                <a:solidFill>
                  <a:srgbClr val="303030"/>
                </a:solidFill>
                <a:latin typeface="Gotham-Book"/>
                <a:ea typeface="+mn-ea"/>
                <a:cs typeface="Gotham-Book"/>
              </a:defRPr>
            </a:lvl1pPr>
            <a:lvl2pPr>
              <a:defRPr lang="x-none" sz="1800" smtClean="0"/>
            </a:lvl2pPr>
            <a:lvl3pPr>
              <a:defRPr lang="x-none" sz="1800" smtClean="0"/>
            </a:lvl3pPr>
            <a:lvl4pPr>
              <a:defRPr lang="x-none" sz="1800" smtClean="0"/>
            </a:lvl4pPr>
            <a:lvl5pPr>
              <a:defRPr lang="en-US" sz="1800" dirty="0"/>
            </a:lvl5pPr>
          </a:lstStyle>
          <a:p>
            <a:pPr marL="285750" indent="-285750">
              <a:lnSpc>
                <a:spcPct val="90000"/>
              </a:lnSpc>
              <a:buClr>
                <a:srgbClr val="303030"/>
              </a:buClr>
              <a:buFont typeface="Wingdings" charset="2"/>
              <a:buChar char="§"/>
            </a:pP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Nunc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sed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libero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sit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amet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quam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commodo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sagittis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in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eu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felis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.</a:t>
            </a:r>
            <a:b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</a:br>
            <a:endParaRPr lang="en-US" sz="1600">
              <a:solidFill>
                <a:srgbClr val="303030"/>
              </a:solidFill>
              <a:latin typeface="Gotham-Book"/>
              <a:cs typeface="Gotham-Book"/>
            </a:endParaRPr>
          </a:p>
          <a:p>
            <a:pPr marL="285750" indent="-285750">
              <a:lnSpc>
                <a:spcPct val="90000"/>
              </a:lnSpc>
              <a:buClr>
                <a:srgbClr val="303030"/>
              </a:buClr>
              <a:buFont typeface="Wingdings" charset="2"/>
              <a:buChar char="§"/>
            </a:pP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Aenean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ut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lacus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fringilla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purus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luctus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viverra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.</a:t>
            </a:r>
          </a:p>
          <a:p>
            <a:pPr marL="285750" indent="-285750">
              <a:lnSpc>
                <a:spcPct val="90000"/>
              </a:lnSpc>
              <a:buClr>
                <a:srgbClr val="303030"/>
              </a:buClr>
              <a:buFont typeface="Wingdings" charset="2"/>
              <a:buChar char="§"/>
            </a:pPr>
            <a:endParaRPr lang="en-US" sz="1600">
              <a:solidFill>
                <a:srgbClr val="303030"/>
              </a:solidFill>
              <a:latin typeface="Gotham-Book"/>
              <a:cs typeface="Gotham-Book"/>
            </a:endParaRPr>
          </a:p>
          <a:p>
            <a:pPr marL="285750" lvl="0" indent="-285750" defTabSz="914400">
              <a:lnSpc>
                <a:spcPct val="90000"/>
              </a:lnSpc>
              <a:buClr>
                <a:srgbClr val="303030"/>
              </a:buClr>
              <a:buFont typeface="Wingdings" charset="2"/>
              <a:buChar char="§"/>
            </a:pPr>
            <a:endParaRPr lang="x-none"/>
          </a:p>
        </p:txBody>
      </p:sp>
      <p:sp>
        <p:nvSpPr>
          <p:cNvPr id="28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60400" y="1576244"/>
            <a:ext cx="7239000" cy="39687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x-none" sz="2000" kern="1200" cap="all" baseline="0" smtClean="0">
                <a:solidFill>
                  <a:srgbClr val="303030"/>
                </a:solidFill>
                <a:latin typeface="Gotham-Bold"/>
                <a:ea typeface="+mn-ea"/>
                <a:cs typeface="Gotham-Bold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LOREM INPSUM DOLOR SITE AMET</a:t>
            </a:r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52816165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8365985" y="6141017"/>
            <a:ext cx="789666" cy="410186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 userDrawn="1"/>
        </p:nvSpPr>
        <p:spPr>
          <a:xfrm>
            <a:off x="8426945" y="6216481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53C5324-E7B2-4328-ABFA-3EE39506D70D}" type="slidenum">
              <a:rPr lang="en-US" sz="1200" smtClean="0">
                <a:solidFill>
                  <a:schemeClr val="bg1"/>
                </a:solidFill>
                <a:latin typeface="Gotham-Bold"/>
                <a:cs typeface="Gotham-Bold"/>
              </a:rPr>
              <a:t>‹nº›</a:t>
            </a:fld>
            <a:endParaRPr lang="en-US" sz="1200">
              <a:solidFill>
                <a:schemeClr val="bg1"/>
              </a:solidFill>
              <a:latin typeface="Gotham-Bold"/>
              <a:cs typeface="Gotham-Bold"/>
            </a:endParaRP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sp>
        <p:nvSpPr>
          <p:cNvPr id="10" name="Rectangle 9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 userDrawn="1"/>
        </p:nvSpPr>
        <p:spPr>
          <a:xfrm>
            <a:off x="765379" y="7924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89179" y="1246972"/>
            <a:ext cx="7239000" cy="629337"/>
          </a:xfrm>
          <a:prstGeom prst="rect">
            <a:avLst/>
          </a:prstGeom>
        </p:spPr>
        <p:txBody>
          <a:bodyPr anchor="b"/>
          <a:lstStyle>
            <a:lvl1pPr marL="0" indent="0" algn="l" defTabSz="914400" rtl="0" eaLnBrk="1" latinLnBrk="0" hangingPunct="1">
              <a:lnSpc>
                <a:spcPct val="110000"/>
              </a:lnSpc>
              <a:buClr>
                <a:srgbClr val="303030"/>
              </a:buClr>
              <a:buNone/>
              <a:defRPr lang="en-US" sz="1400" kern="1200" dirty="0">
                <a:solidFill>
                  <a:srgbClr val="303030"/>
                </a:solidFill>
                <a:latin typeface="Gotham-Book"/>
                <a:ea typeface="+mn-ea"/>
                <a:cs typeface="Gotham-Book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lnSpc>
                <a:spcPct val="110000"/>
              </a:lnSpc>
              <a:buClr>
                <a:srgbClr val="303030"/>
              </a:buClr>
            </a:pPr>
            <a:r>
              <a:rPr lang="en-US" sz="1400" err="1">
                <a:solidFill>
                  <a:srgbClr val="303030"/>
                </a:solidFill>
                <a:latin typeface="Gotham-Book"/>
                <a:cs typeface="Gotham-Book"/>
              </a:rPr>
              <a:t>Lorem</a:t>
            </a:r>
            <a:r>
              <a:rPr lang="en-US" sz="14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400" err="1">
                <a:solidFill>
                  <a:srgbClr val="303030"/>
                </a:solidFill>
                <a:latin typeface="Gotham-Book"/>
                <a:cs typeface="Gotham-Book"/>
              </a:rPr>
              <a:t>ipsum</a:t>
            </a:r>
            <a:r>
              <a:rPr lang="en-US" sz="1400">
                <a:solidFill>
                  <a:srgbClr val="303030"/>
                </a:solidFill>
                <a:latin typeface="Gotham-Book"/>
                <a:cs typeface="Gotham-Book"/>
              </a:rPr>
              <a:t> dolor sit </a:t>
            </a:r>
            <a:r>
              <a:rPr lang="en-US" sz="1400" err="1">
                <a:solidFill>
                  <a:srgbClr val="303030"/>
                </a:solidFill>
                <a:latin typeface="Gotham-Book"/>
                <a:cs typeface="Gotham-Book"/>
              </a:rPr>
              <a:t>amet</a:t>
            </a:r>
            <a:r>
              <a:rPr lang="en-US" sz="1400">
                <a:solidFill>
                  <a:srgbClr val="303030"/>
                </a:solidFill>
                <a:latin typeface="Gotham-Book"/>
                <a:cs typeface="Gotham-Book"/>
              </a:rPr>
              <a:t>, </a:t>
            </a:r>
            <a:r>
              <a:rPr lang="en-US" sz="1400" err="1">
                <a:solidFill>
                  <a:srgbClr val="303030"/>
                </a:solidFill>
                <a:latin typeface="Gotham-Book"/>
                <a:cs typeface="Gotham-Book"/>
              </a:rPr>
              <a:t>consectetur</a:t>
            </a:r>
            <a:r>
              <a:rPr lang="en-US" sz="14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400" err="1">
                <a:solidFill>
                  <a:srgbClr val="303030"/>
                </a:solidFill>
                <a:latin typeface="Gotham-Book"/>
                <a:cs typeface="Gotham-Book"/>
              </a:rPr>
              <a:t>adipiscing</a:t>
            </a:r>
            <a:r>
              <a:rPr lang="en-US" sz="14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400" err="1">
                <a:solidFill>
                  <a:srgbClr val="303030"/>
                </a:solidFill>
                <a:latin typeface="Gotham-Book"/>
                <a:cs typeface="Gotham-Book"/>
              </a:rPr>
              <a:t>elit</a:t>
            </a:r>
            <a:r>
              <a:rPr lang="en-US" sz="1400">
                <a:solidFill>
                  <a:srgbClr val="303030"/>
                </a:solidFill>
                <a:latin typeface="Gotham-Book"/>
                <a:cs typeface="Gotham-Book"/>
              </a:rPr>
              <a:t>. </a:t>
            </a:r>
            <a:r>
              <a:rPr lang="en-US" sz="1400" err="1">
                <a:solidFill>
                  <a:srgbClr val="303030"/>
                </a:solidFill>
                <a:latin typeface="Gotham-Book"/>
                <a:cs typeface="Gotham-Book"/>
              </a:rPr>
              <a:t>Nulla</a:t>
            </a:r>
            <a:r>
              <a:rPr lang="en-US" sz="14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400" err="1">
                <a:solidFill>
                  <a:srgbClr val="303030"/>
                </a:solidFill>
                <a:latin typeface="Gotham-Book"/>
                <a:cs typeface="Gotham-Book"/>
              </a:rPr>
              <a:t>posuere</a:t>
            </a:r>
            <a:r>
              <a:rPr lang="en-US" sz="14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400" err="1">
                <a:solidFill>
                  <a:srgbClr val="303030"/>
                </a:solidFill>
                <a:latin typeface="Gotham-Book"/>
                <a:cs typeface="Gotham-Book"/>
              </a:rPr>
              <a:t>metus</a:t>
            </a:r>
            <a:r>
              <a:rPr lang="en-US" sz="14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400" err="1">
                <a:solidFill>
                  <a:srgbClr val="303030"/>
                </a:solidFill>
                <a:latin typeface="Gotham-Book"/>
                <a:cs typeface="Gotham-Book"/>
              </a:rPr>
              <a:t>vel</a:t>
            </a:r>
            <a:r>
              <a:rPr lang="en-US" sz="1400">
                <a:solidFill>
                  <a:srgbClr val="303030"/>
                </a:solidFill>
                <a:latin typeface="Gotham-Book"/>
                <a:cs typeface="Gotham-Book"/>
              </a:rPr>
              <a:t> dictum </a:t>
            </a:r>
            <a:r>
              <a:rPr lang="en-US" sz="1400" err="1">
                <a:solidFill>
                  <a:srgbClr val="303030"/>
                </a:solidFill>
                <a:latin typeface="Gotham-Book"/>
                <a:cs typeface="Gotham-Book"/>
              </a:rPr>
              <a:t>molestie</a:t>
            </a:r>
            <a:r>
              <a:rPr lang="en-US" sz="1400">
                <a:solidFill>
                  <a:srgbClr val="303030"/>
                </a:solidFill>
                <a:latin typeface="Gotham-Book"/>
                <a:cs typeface="Gotham-Book"/>
              </a:rPr>
              <a:t>. Nam sit </a:t>
            </a:r>
            <a:r>
              <a:rPr lang="en-US" sz="1400" err="1">
                <a:solidFill>
                  <a:srgbClr val="303030"/>
                </a:solidFill>
                <a:latin typeface="Gotham-Book"/>
                <a:cs typeface="Gotham-Book"/>
              </a:rPr>
              <a:t>amet</a:t>
            </a:r>
            <a:r>
              <a:rPr lang="en-US" sz="14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400" err="1">
                <a:solidFill>
                  <a:srgbClr val="303030"/>
                </a:solidFill>
                <a:latin typeface="Gotham-Book"/>
                <a:cs typeface="Gotham-Book"/>
              </a:rPr>
              <a:t>ullamcorper</a:t>
            </a:r>
            <a:r>
              <a:rPr lang="en-US" sz="1400">
                <a:solidFill>
                  <a:srgbClr val="303030"/>
                </a:solidFill>
                <a:latin typeface="Gotham-Book"/>
                <a:cs typeface="Gotham-Book"/>
              </a:rPr>
              <a:t> sem. </a:t>
            </a:r>
            <a:r>
              <a:rPr lang="en-US" sz="1400" err="1">
                <a:solidFill>
                  <a:srgbClr val="303030"/>
                </a:solidFill>
                <a:latin typeface="Gotham-Book"/>
                <a:cs typeface="Gotham-Book"/>
              </a:rPr>
              <a:t>Fusce</a:t>
            </a:r>
            <a:r>
              <a:rPr lang="en-US" sz="1400">
                <a:solidFill>
                  <a:srgbClr val="303030"/>
                </a:solidFill>
                <a:latin typeface="Gotham-Book"/>
                <a:cs typeface="Gotham-Book"/>
              </a:rPr>
              <a:t>.</a:t>
            </a:r>
          </a:p>
        </p:txBody>
      </p:sp>
      <p:sp>
        <p:nvSpPr>
          <p:cNvPr id="17" name="Title 1"/>
          <p:cNvSpPr>
            <a:spLocks noGrp="1"/>
          </p:cNvSpPr>
          <p:nvPr>
            <p:ph type="title" hasCustomPrompt="1"/>
          </p:nvPr>
        </p:nvSpPr>
        <p:spPr>
          <a:xfrm>
            <a:off x="1023324" y="685962"/>
            <a:ext cx="8196876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 algn="l">
              <a:buFont typeface="+mj-lt"/>
              <a:buNone/>
              <a:defRPr lang="en-US" sz="2800" cap="all" baseline="0" dirty="0">
                <a:solidFill>
                  <a:srgbClr val="303030"/>
                </a:solidFill>
                <a:latin typeface="Gotham-Bold"/>
                <a:ea typeface="+mn-ea"/>
                <a:cs typeface="Gotham-Bold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2800">
                <a:solidFill>
                  <a:srgbClr val="303030"/>
                </a:solidFill>
                <a:latin typeface="Gotham-Bold"/>
                <a:cs typeface="Gotham-Bold"/>
              </a:rPr>
              <a:t>1.1 LOREM INPSUM </a:t>
            </a:r>
            <a:r>
              <a:rPr lang="en-US" sz="2800">
                <a:solidFill>
                  <a:srgbClr val="303030"/>
                </a:solidFill>
                <a:latin typeface="Gotham-Book"/>
                <a:cs typeface="Gotham-Book"/>
              </a:rPr>
              <a:t>DOLOR SIT AMET</a:t>
            </a:r>
          </a:p>
        </p:txBody>
      </p:sp>
      <p:sp>
        <p:nvSpPr>
          <p:cNvPr id="31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660399" y="2362200"/>
            <a:ext cx="7705585" cy="2540000"/>
          </a:xfrm>
          <a:prstGeom prst="rect">
            <a:avLst/>
          </a:prstGeom>
        </p:spPr>
        <p:txBody>
          <a:bodyPr anchor="t"/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>
                <a:srgbClr val="303030"/>
              </a:buClr>
              <a:buSzTx/>
              <a:buFont typeface="Arial"/>
              <a:buNone/>
              <a:tabLst/>
              <a:defRPr lang="en-US" sz="1600" kern="1200" dirty="0" smtClean="0">
                <a:solidFill>
                  <a:srgbClr val="303030"/>
                </a:solidFill>
                <a:latin typeface="Gotham-Book"/>
                <a:ea typeface="+mn-ea"/>
                <a:cs typeface="Gotham-Book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lnSpc>
                <a:spcPct val="110000"/>
              </a:lnSpc>
              <a:buClr>
                <a:srgbClr val="303030"/>
              </a:buClr>
            </a:pP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Lorem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ipsum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dolor sit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amet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,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consectetur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adipiscing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elit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.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Etiam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non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neque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imperdiet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,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sodales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lectus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cursus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,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ultricies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justo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.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Aliquam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egestas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fermentum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aliquet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.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Aliquam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quis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sagittis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nunc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, et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porttitor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ante.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Fusce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sed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volutpat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nulla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.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Phasellus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ligula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ligula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,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dignissim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ac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viverra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vitae,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laoreet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sit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amet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turpis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.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Fusce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commodo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urna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et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iaculis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semper.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Suspendisse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potenti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.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Mauris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fermentum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elit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enim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, sit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amet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sagittis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mauris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porttitor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et.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Nullam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rhoncus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diam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ac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turpis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egestas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varius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.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Nunc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sit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amet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malesuada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quam. In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nunc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ex,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efficitur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et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ornare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a,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ornare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quis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mauris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.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Vestibulum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cursus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malesuada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elit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sed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luctus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.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Sed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nulla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diam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,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pulvinar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ut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odio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ac,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bibendum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gravida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est.</a:t>
            </a:r>
          </a:p>
          <a:p>
            <a:pPr>
              <a:lnSpc>
                <a:spcPct val="110000"/>
              </a:lnSpc>
              <a:buClr>
                <a:srgbClr val="303030"/>
              </a:buClr>
            </a:pPr>
            <a:endParaRPr lang="en-US" sz="1600">
              <a:solidFill>
                <a:srgbClr val="303030"/>
              </a:solidFill>
              <a:latin typeface="Gotham-Book"/>
              <a:cs typeface="Gotham-Book"/>
            </a:endParaRPr>
          </a:p>
        </p:txBody>
      </p:sp>
    </p:spTree>
    <p:extLst>
      <p:ext uri="{BB962C8B-B14F-4D97-AF65-F5344CB8AC3E}">
        <p14:creationId xmlns:p14="http://schemas.microsoft.com/office/powerpoint/2010/main" val="344967910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8365985" y="6141017"/>
            <a:ext cx="789666" cy="410186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 userDrawn="1"/>
        </p:nvSpPr>
        <p:spPr>
          <a:xfrm>
            <a:off x="8426945" y="6216481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53C5324-E7B2-4328-ABFA-3EE39506D70D}" type="slidenum">
              <a:rPr lang="en-US" sz="1200" smtClean="0">
                <a:solidFill>
                  <a:schemeClr val="bg1"/>
                </a:solidFill>
                <a:latin typeface="Gotham-Bold"/>
                <a:cs typeface="Gotham-Bold"/>
              </a:rPr>
              <a:t>‹nº›</a:t>
            </a:fld>
            <a:endParaRPr lang="en-US" sz="1200">
              <a:solidFill>
                <a:schemeClr val="bg1"/>
              </a:solidFill>
              <a:latin typeface="Gotham-Bold"/>
              <a:cs typeface="Gotham-Bold"/>
            </a:endParaRP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sp>
        <p:nvSpPr>
          <p:cNvPr id="10" name="Rectangle 9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 descr="caomputador.png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734" y="1421810"/>
            <a:ext cx="3062891" cy="2733630"/>
          </a:xfrm>
          <a:prstGeom prst="rect">
            <a:avLst/>
          </a:prstGeom>
        </p:spPr>
      </p:pic>
      <p:pic>
        <p:nvPicPr>
          <p:cNvPr id="13" name="Picture 12" descr="chicara.png"/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276259">
            <a:off x="2055756" y="3444240"/>
            <a:ext cx="1559560" cy="1650015"/>
          </a:xfrm>
          <a:prstGeom prst="rect">
            <a:avLst/>
          </a:prstGeom>
        </p:spPr>
      </p:pic>
      <p:sp>
        <p:nvSpPr>
          <p:cNvPr id="16" name="TextBox 15"/>
          <p:cNvSpPr txBox="1"/>
          <p:nvPr userDrawn="1"/>
        </p:nvSpPr>
        <p:spPr>
          <a:xfrm>
            <a:off x="947123" y="697543"/>
            <a:ext cx="6801557" cy="487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>
                <a:solidFill>
                  <a:srgbClr val="303030"/>
                </a:solidFill>
                <a:latin typeface="Gotham-Bold"/>
                <a:cs typeface="Gotham-Bold"/>
              </a:rPr>
              <a:t>REFERÊNCIAS</a:t>
            </a:r>
            <a:endParaRPr lang="en-US" sz="2800">
              <a:solidFill>
                <a:srgbClr val="303030"/>
              </a:solidFill>
              <a:latin typeface="Gotham-Book"/>
              <a:cs typeface="Gotham-Book"/>
            </a:endParaRPr>
          </a:p>
        </p:txBody>
      </p:sp>
      <p:sp>
        <p:nvSpPr>
          <p:cNvPr id="18" name="Rectangle 17"/>
          <p:cNvSpPr/>
          <p:nvPr userDrawn="1"/>
        </p:nvSpPr>
        <p:spPr>
          <a:xfrm>
            <a:off x="765379" y="7924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 descr="livros.png"/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87626">
            <a:off x="648591" y="4397170"/>
            <a:ext cx="2064240" cy="1700934"/>
          </a:xfrm>
          <a:prstGeom prst="rect">
            <a:avLst/>
          </a:prstGeom>
        </p:spPr>
      </p:pic>
      <p:sp>
        <p:nvSpPr>
          <p:cNvPr id="21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3715077" y="2447970"/>
            <a:ext cx="4745081" cy="2540000"/>
          </a:xfrm>
          <a:prstGeom prst="rect">
            <a:avLst/>
          </a:prstGeom>
        </p:spPr>
        <p:txBody>
          <a:bodyPr anchor="t"/>
          <a:lstStyle>
            <a:lvl1pPr marL="285750" marR="0" indent="-285750" algn="l" defTabSz="4572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rgbClr val="303030"/>
              </a:buClr>
              <a:buSzTx/>
              <a:buFont typeface="Wingdings" charset="2"/>
              <a:buChar char="§"/>
              <a:tabLst/>
              <a:defRPr lang="x-none" sz="1400" kern="1200" cap="none" baseline="0" smtClean="0">
                <a:solidFill>
                  <a:srgbClr val="303030"/>
                </a:solidFill>
                <a:latin typeface="Gotham-Bold"/>
                <a:ea typeface="+mn-ea"/>
                <a:cs typeface="Gotham-Bold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285750" indent="-285750">
              <a:lnSpc>
                <a:spcPct val="90000"/>
              </a:lnSpc>
              <a:buClr>
                <a:srgbClr val="303030"/>
              </a:buClr>
              <a:buFont typeface="Wingdings" charset="2"/>
              <a:buChar char="§"/>
            </a:pP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Nunc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sed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libero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sit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amet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quam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commodo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sagittis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in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eu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felis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.</a:t>
            </a:r>
          </a:p>
          <a:p>
            <a:pPr marL="285750" indent="-285750">
              <a:lnSpc>
                <a:spcPct val="90000"/>
              </a:lnSpc>
              <a:buClr>
                <a:srgbClr val="303030"/>
              </a:buClr>
              <a:buFont typeface="Wingdings" charset="2"/>
              <a:buChar char="§"/>
            </a:pPr>
            <a:endParaRPr lang="en-US" sz="1600">
              <a:solidFill>
                <a:srgbClr val="303030"/>
              </a:solidFill>
              <a:latin typeface="Gotham-Book"/>
              <a:cs typeface="Gotham-Book"/>
            </a:endParaRPr>
          </a:p>
          <a:p>
            <a:pPr marL="285750" indent="-285750">
              <a:lnSpc>
                <a:spcPct val="90000"/>
              </a:lnSpc>
              <a:buClr>
                <a:srgbClr val="303030"/>
              </a:buClr>
              <a:buFont typeface="Wingdings" charset="2"/>
              <a:buChar char="§"/>
            </a:pP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Aenean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ut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lacus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fringilla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purus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luctus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viverra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.</a:t>
            </a:r>
          </a:p>
          <a:p>
            <a:pPr marL="285750" indent="-285750">
              <a:lnSpc>
                <a:spcPct val="90000"/>
              </a:lnSpc>
              <a:buClr>
                <a:srgbClr val="303030"/>
              </a:buClr>
              <a:buFont typeface="Wingdings" charset="2"/>
              <a:buChar char="§"/>
            </a:pPr>
            <a:endParaRPr lang="en-US" sz="1600">
              <a:solidFill>
                <a:srgbClr val="303030"/>
              </a:solidFill>
              <a:latin typeface="Gotham-Book"/>
              <a:cs typeface="Gotham-Book"/>
            </a:endParaRPr>
          </a:p>
          <a:p>
            <a:pPr marL="285750" indent="-285750">
              <a:lnSpc>
                <a:spcPct val="90000"/>
              </a:lnSpc>
              <a:buClr>
                <a:srgbClr val="303030"/>
              </a:buClr>
              <a:buFont typeface="Wingdings" charset="2"/>
              <a:buChar char="§"/>
            </a:pP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Nunc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sed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libero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sit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amet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quam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commodo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sagittis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in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eu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felis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.</a:t>
            </a:r>
          </a:p>
          <a:p>
            <a:pPr marL="285750" indent="-285750">
              <a:lnSpc>
                <a:spcPct val="90000"/>
              </a:lnSpc>
              <a:buClr>
                <a:srgbClr val="303030"/>
              </a:buClr>
              <a:buFont typeface="Wingdings" charset="2"/>
              <a:buChar char="§"/>
            </a:pPr>
            <a:endParaRPr lang="en-US" sz="1600">
              <a:solidFill>
                <a:srgbClr val="303030"/>
              </a:solidFill>
              <a:latin typeface="Gotham-Book"/>
              <a:cs typeface="Gotham-Book"/>
            </a:endParaRPr>
          </a:p>
          <a:p>
            <a:pPr marL="285750" indent="-285750">
              <a:lnSpc>
                <a:spcPct val="90000"/>
              </a:lnSpc>
              <a:buClr>
                <a:srgbClr val="303030"/>
              </a:buClr>
              <a:buFont typeface="Wingdings" charset="2"/>
              <a:buChar char="§"/>
            </a:pP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Aenean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ut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lacus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fringilla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purus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luctus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viverra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.</a:t>
            </a:r>
          </a:p>
          <a:p>
            <a:pPr marL="285750" indent="-285750">
              <a:lnSpc>
                <a:spcPct val="90000"/>
              </a:lnSpc>
              <a:buClr>
                <a:srgbClr val="303030"/>
              </a:buClr>
              <a:buFont typeface="Wingdings" charset="2"/>
              <a:buChar char="§"/>
            </a:pPr>
            <a:endParaRPr lang="en-US" sz="1600">
              <a:solidFill>
                <a:srgbClr val="303030"/>
              </a:solidFill>
              <a:latin typeface="Gotham-Book"/>
              <a:cs typeface="Gotham-Book"/>
            </a:endParaRPr>
          </a:p>
          <a:p>
            <a:pPr marL="285750" indent="-285750">
              <a:lnSpc>
                <a:spcPct val="90000"/>
              </a:lnSpc>
              <a:buClr>
                <a:srgbClr val="303030"/>
              </a:buClr>
              <a:buFont typeface="Wingdings" charset="2"/>
              <a:buChar char="§"/>
            </a:pPr>
            <a:endParaRPr lang="en-US" sz="1600">
              <a:solidFill>
                <a:srgbClr val="303030"/>
              </a:solidFill>
              <a:latin typeface="Gotham-Book"/>
              <a:cs typeface="Gotham-Book"/>
            </a:endParaRPr>
          </a:p>
          <a:p>
            <a:pPr marL="285750" indent="-285750">
              <a:lnSpc>
                <a:spcPct val="90000"/>
              </a:lnSpc>
              <a:buClr>
                <a:srgbClr val="303030"/>
              </a:buClr>
              <a:buFont typeface="Wingdings" charset="2"/>
              <a:buChar char="§"/>
            </a:pPr>
            <a:endParaRPr lang="en-US" sz="1600">
              <a:solidFill>
                <a:srgbClr val="303030"/>
              </a:solidFill>
              <a:latin typeface="Gotham-Book"/>
              <a:cs typeface="Gotham-Book"/>
            </a:endParaRPr>
          </a:p>
        </p:txBody>
      </p:sp>
    </p:spTree>
    <p:extLst>
      <p:ext uri="{BB962C8B-B14F-4D97-AF65-F5344CB8AC3E}">
        <p14:creationId xmlns:p14="http://schemas.microsoft.com/office/powerpoint/2010/main" val="233230720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Table 25"/>
          <p:cNvGraphicFramePr>
            <a:graphicFrameLocks noGrp="1"/>
          </p:cNvGraphicFramePr>
          <p:nvPr userDrawn="1"/>
        </p:nvGraphicFramePr>
        <p:xfrm>
          <a:off x="804820" y="1689617"/>
          <a:ext cx="7583539" cy="2550682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6868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3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6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014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3018"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443F46"/>
                          </a:solidFill>
                          <a:latin typeface="Gotham HTF Book Regular"/>
                          <a:cs typeface="Gotham HTF Book Regular"/>
                        </a:rPr>
                        <a:t>Version</a:t>
                      </a:r>
                      <a:endParaRPr lang="en-US" sz="1600" b="0">
                        <a:solidFill>
                          <a:srgbClr val="443F46"/>
                        </a:solidFill>
                        <a:latin typeface="Gotham HTF Book Regular"/>
                        <a:cs typeface="Gotham HTF Book Regula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443F46"/>
                          </a:solidFill>
                          <a:latin typeface="Gotham HTF Book Regular"/>
                          <a:cs typeface="Gotham HTF Book Regular"/>
                        </a:rPr>
                        <a:t>Codename</a:t>
                      </a:r>
                      <a:endParaRPr lang="en-US" sz="1600" b="0">
                        <a:solidFill>
                          <a:srgbClr val="443F46"/>
                        </a:solidFill>
                        <a:latin typeface="Gotham HTF Book Regular"/>
                        <a:cs typeface="Gotham HTF Book Regula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443F46"/>
                          </a:solidFill>
                          <a:latin typeface="Gotham HTF Book Regular"/>
                          <a:cs typeface="Gotham HTF Book Regular"/>
                        </a:rPr>
                        <a:t>API</a:t>
                      </a:r>
                      <a:endParaRPr lang="en-US" sz="1800" b="0">
                        <a:solidFill>
                          <a:srgbClr val="443F46"/>
                        </a:solidFill>
                        <a:latin typeface="Gotham HTF Book Regular"/>
                        <a:cs typeface="Gotham HTF Book Regula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spc="0">
                          <a:solidFill>
                            <a:srgbClr val="443F46"/>
                          </a:solidFill>
                          <a:latin typeface="Gotham HTF Book Regular"/>
                          <a:cs typeface="Gotham HTF Book Regular"/>
                        </a:rPr>
                        <a:t>Distribution</a:t>
                      </a:r>
                      <a:endParaRPr lang="en-US" sz="1400" b="0" spc="0">
                        <a:solidFill>
                          <a:srgbClr val="443F46"/>
                        </a:solidFill>
                        <a:latin typeface="Gotham HTF Book Regular"/>
                        <a:cs typeface="Gotham HTF Book Regular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3018"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443F46"/>
                          </a:solidFill>
                          <a:latin typeface="Gotham HTF Book Regular"/>
                          <a:cs typeface="Gotham HTF Book Regular"/>
                        </a:rPr>
                        <a:t>2.2</a:t>
                      </a:r>
                      <a:endParaRPr lang="en-US" sz="1400">
                        <a:solidFill>
                          <a:srgbClr val="443F46"/>
                        </a:solidFill>
                        <a:latin typeface="Gotham HTF Book Regular"/>
                        <a:cs typeface="Gotham HTF Book Regular"/>
                      </a:endParaRPr>
                    </a:p>
                  </a:txBody>
                  <a:tcPr>
                    <a:solidFill>
                      <a:schemeClr val="bg1">
                        <a:lumMod val="6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err="1">
                          <a:solidFill>
                            <a:srgbClr val="443F46"/>
                          </a:solidFill>
                          <a:latin typeface="Gotham HTF Book Regular"/>
                          <a:cs typeface="Gotham HTF Book Regular"/>
                        </a:rPr>
                        <a:t>Froyo</a:t>
                      </a:r>
                      <a:endParaRPr lang="en-US" sz="1400">
                        <a:solidFill>
                          <a:srgbClr val="443F46"/>
                        </a:solidFill>
                        <a:latin typeface="Gotham HTF Book Regular"/>
                        <a:cs typeface="Gotham HTF Book Regular"/>
                      </a:endParaRPr>
                    </a:p>
                  </a:txBody>
                  <a:tcPr>
                    <a:solidFill>
                      <a:schemeClr val="bg1">
                        <a:lumMod val="6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443F46"/>
                          </a:solidFill>
                          <a:latin typeface="Gotham HTF Book Regular"/>
                          <a:cs typeface="Gotham HTF Book Regular"/>
                        </a:rPr>
                        <a:t>8</a:t>
                      </a:r>
                      <a:endParaRPr lang="en-US" sz="1400">
                        <a:solidFill>
                          <a:srgbClr val="443F46"/>
                        </a:solidFill>
                        <a:latin typeface="Gotham HTF Book Regular"/>
                        <a:cs typeface="Gotham HTF Book Regular"/>
                      </a:endParaRPr>
                    </a:p>
                  </a:txBody>
                  <a:tcPr>
                    <a:solidFill>
                      <a:schemeClr val="bg1">
                        <a:lumMod val="6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443F46"/>
                          </a:solidFill>
                          <a:latin typeface="Gotham HTF Book Regular"/>
                          <a:cs typeface="Gotham HTF Book Regular"/>
                        </a:rPr>
                        <a:t>0.7%</a:t>
                      </a:r>
                    </a:p>
                  </a:txBody>
                  <a:tcPr>
                    <a:solidFill>
                      <a:schemeClr val="bg1">
                        <a:lumMod val="65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2214"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443F46"/>
                          </a:solidFill>
                          <a:latin typeface="Gotham HTF Book Regular"/>
                          <a:cs typeface="Gotham HTF Book Regular"/>
                        </a:rPr>
                        <a:t>2.3.3-</a:t>
                      </a:r>
                      <a:br>
                        <a:rPr lang="en-US" sz="1200">
                          <a:solidFill>
                            <a:srgbClr val="443F46"/>
                          </a:solidFill>
                          <a:latin typeface="Gotham HTF Book Regular"/>
                          <a:cs typeface="Gotham HTF Book Regular"/>
                        </a:rPr>
                      </a:br>
                      <a:r>
                        <a:rPr lang="en-US" sz="1200">
                          <a:solidFill>
                            <a:srgbClr val="443F46"/>
                          </a:solidFill>
                          <a:latin typeface="Gotham HTF Book Regular"/>
                          <a:cs typeface="Gotham HTF Book Regular"/>
                        </a:rPr>
                        <a:t>2.3.7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443F46"/>
                          </a:solidFill>
                          <a:latin typeface="Gotham HTF Book Regular"/>
                          <a:cs typeface="Gotham HTF Book Regular"/>
                        </a:rPr>
                        <a:t>Gingerbread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443F46"/>
                          </a:solidFill>
                          <a:latin typeface="Gotham HTF Book Regular"/>
                          <a:cs typeface="Gotham HTF Book Regular"/>
                        </a:rPr>
                        <a:t>10</a:t>
                      </a:r>
                      <a:endParaRPr lang="en-US" sz="1400">
                        <a:solidFill>
                          <a:srgbClr val="443F46"/>
                        </a:solidFill>
                        <a:latin typeface="Gotham HTF Book Regular"/>
                        <a:cs typeface="Gotham HTF Book Regula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443F46"/>
                          </a:solidFill>
                          <a:latin typeface="Gotham HTF Book Regular"/>
                          <a:cs typeface="Gotham HTF Book Regular"/>
                        </a:rPr>
                        <a:t>11.4%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2214"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443F46"/>
                          </a:solidFill>
                          <a:latin typeface="Gotham HTF Book Regular"/>
                          <a:cs typeface="Gotham HTF Book Regular"/>
                        </a:rPr>
                        <a:t>4.0.3-</a:t>
                      </a:r>
                    </a:p>
                    <a:p>
                      <a:r>
                        <a:rPr lang="en-US" sz="1200">
                          <a:solidFill>
                            <a:srgbClr val="443F46"/>
                          </a:solidFill>
                          <a:latin typeface="Gotham HTF Book Regular"/>
                          <a:cs typeface="Gotham HTF Book Regular"/>
                        </a:rPr>
                        <a:t>4.0.4</a:t>
                      </a:r>
                    </a:p>
                  </a:txBody>
                  <a:tcPr>
                    <a:solidFill>
                      <a:srgbClr val="A6A6A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443F46"/>
                          </a:solidFill>
                          <a:latin typeface="Gotham HTF Book Regular"/>
                          <a:cs typeface="Gotham HTF Book Regular"/>
                        </a:rPr>
                        <a:t>Ice Cream Sandwich</a:t>
                      </a:r>
                    </a:p>
                  </a:txBody>
                  <a:tcPr>
                    <a:solidFill>
                      <a:srgbClr val="A6A6A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443F46"/>
                          </a:solidFill>
                          <a:latin typeface="Gotham HTF Book Regular"/>
                          <a:cs typeface="Gotham HTF Book Regular"/>
                        </a:rPr>
                        <a:t>15</a:t>
                      </a:r>
                      <a:endParaRPr lang="en-US" sz="1400">
                        <a:solidFill>
                          <a:srgbClr val="443F46"/>
                        </a:solidFill>
                        <a:latin typeface="Gotham HTF Book Regular"/>
                        <a:cs typeface="Gotham HTF Book Regular"/>
                      </a:endParaRPr>
                    </a:p>
                  </a:txBody>
                  <a:tcPr>
                    <a:solidFill>
                      <a:srgbClr val="A6A6A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443F46"/>
                          </a:solidFill>
                          <a:latin typeface="Gotham HTF Book Regular"/>
                          <a:cs typeface="Gotham HTF Book Regular"/>
                        </a:rPr>
                        <a:t>9.6%</a:t>
                      </a:r>
                    </a:p>
                  </a:txBody>
                  <a:tcPr>
                    <a:solidFill>
                      <a:srgbClr val="A6A6A6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0248"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443F46"/>
                          </a:solidFill>
                          <a:latin typeface="Gotham HTF Book Regular"/>
                          <a:cs typeface="Gotham HTF Book Regular"/>
                        </a:rPr>
                        <a:t>4.3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>
                        <a:solidFill>
                          <a:srgbClr val="443F46"/>
                        </a:solidFill>
                        <a:latin typeface="Gotham HTF Book Regular"/>
                        <a:cs typeface="Gotham HTF Book Regular"/>
                      </a:endParaRPr>
                    </a:p>
                    <a:p>
                      <a:r>
                        <a:rPr lang="en-US" sz="1200">
                          <a:solidFill>
                            <a:srgbClr val="443F46"/>
                          </a:solidFill>
                          <a:latin typeface="Gotham HTF Book Regular"/>
                          <a:cs typeface="Gotham HTF Book Regular"/>
                        </a:rPr>
                        <a:t>Jelly Bean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443F46"/>
                          </a:solidFill>
                          <a:latin typeface="Gotham HTF Book Regular"/>
                          <a:cs typeface="Gotham HTF Book Regular"/>
                        </a:rP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443F46"/>
                          </a:solidFill>
                          <a:latin typeface="Gotham HTF Book Regular"/>
                          <a:cs typeface="Gotham HTF Book Regular"/>
                        </a:rPr>
                        <a:t>8.0%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3018"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443F46"/>
                          </a:solidFill>
                          <a:latin typeface="Gotham HTF Book Regular"/>
                          <a:cs typeface="Gotham HTF Book Regular"/>
                        </a:rPr>
                        <a:t>4.4</a:t>
                      </a:r>
                    </a:p>
                  </a:txBody>
                  <a:tcPr>
                    <a:solidFill>
                      <a:srgbClr val="A6A6A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err="1">
                          <a:solidFill>
                            <a:srgbClr val="443F46"/>
                          </a:solidFill>
                          <a:latin typeface="Gotham HTF Book Regular"/>
                          <a:cs typeface="Gotham HTF Book Regular"/>
                        </a:rPr>
                        <a:t>KitKat</a:t>
                      </a:r>
                      <a:endParaRPr lang="en-US" sz="1200">
                        <a:solidFill>
                          <a:srgbClr val="443F46"/>
                        </a:solidFill>
                        <a:latin typeface="Gotham HTF Book Regular"/>
                        <a:cs typeface="Gotham HTF Book Regular"/>
                      </a:endParaRPr>
                    </a:p>
                  </a:txBody>
                  <a:tcPr>
                    <a:solidFill>
                      <a:srgbClr val="A6A6A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443F46"/>
                          </a:solidFill>
                          <a:latin typeface="Gotham HTF Book Regular"/>
                          <a:cs typeface="Gotham HTF Book Regular"/>
                        </a:rPr>
                        <a:t>19</a:t>
                      </a:r>
                    </a:p>
                  </a:txBody>
                  <a:tcPr>
                    <a:solidFill>
                      <a:srgbClr val="A6A6A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443F46"/>
                          </a:solidFill>
                          <a:latin typeface="Gotham HTF Book Regular"/>
                          <a:cs typeface="Gotham HTF Book Regular"/>
                        </a:rPr>
                        <a:t>24.5%</a:t>
                      </a:r>
                    </a:p>
                  </a:txBody>
                  <a:tcPr>
                    <a:solidFill>
                      <a:srgbClr val="A6A6A6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9" name="Rectangle 28"/>
          <p:cNvSpPr/>
          <p:nvPr userDrawn="1"/>
        </p:nvSpPr>
        <p:spPr>
          <a:xfrm>
            <a:off x="765379" y="7924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" name="Picture 3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sp>
        <p:nvSpPr>
          <p:cNvPr id="34" name="Rectangle 33"/>
          <p:cNvSpPr/>
          <p:nvPr userDrawn="1"/>
        </p:nvSpPr>
        <p:spPr>
          <a:xfrm>
            <a:off x="8365985" y="6141017"/>
            <a:ext cx="789666" cy="410186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/>
          <p:cNvSpPr txBox="1"/>
          <p:nvPr userDrawn="1"/>
        </p:nvSpPr>
        <p:spPr>
          <a:xfrm>
            <a:off x="8426945" y="6216481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53C5324-E7B2-4328-ABFA-3EE39506D70D}" type="slidenum">
              <a:rPr lang="en-US" sz="1200" smtClean="0">
                <a:solidFill>
                  <a:schemeClr val="bg1"/>
                </a:solidFill>
                <a:latin typeface="Gotham-Bold"/>
                <a:cs typeface="Gotham-Bold"/>
              </a:rPr>
              <a:t>‹nº›</a:t>
            </a:fld>
            <a:endParaRPr lang="en-US" sz="1200">
              <a:solidFill>
                <a:schemeClr val="bg1"/>
              </a:solidFill>
              <a:latin typeface="Gotham-Bold"/>
              <a:cs typeface="Gotham-Bold"/>
            </a:endParaRPr>
          </a:p>
        </p:txBody>
      </p:sp>
      <p:sp>
        <p:nvSpPr>
          <p:cNvPr id="36" name="Title 1"/>
          <p:cNvSpPr>
            <a:spLocks noGrp="1"/>
          </p:cNvSpPr>
          <p:nvPr>
            <p:ph type="title" hasCustomPrompt="1"/>
          </p:nvPr>
        </p:nvSpPr>
        <p:spPr>
          <a:xfrm>
            <a:off x="947124" y="694653"/>
            <a:ext cx="8196876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>
              <a:defRPr lang="en-US" sz="2800" cap="all" baseline="0" dirty="0">
                <a:solidFill>
                  <a:srgbClr val="303030"/>
                </a:solidFill>
                <a:latin typeface="Gotham-Bold"/>
                <a:ea typeface="+mn-ea"/>
                <a:cs typeface="Gotham-Bold"/>
              </a:defRPr>
            </a:lvl1pPr>
          </a:lstStyle>
          <a:p>
            <a:pPr marL="0" lvl="0" algn="l" defTabSz="914400">
              <a:lnSpc>
                <a:spcPct val="90000"/>
              </a:lnSpc>
            </a:pPr>
            <a:r>
              <a:rPr lang="pt-BR"/>
              <a:t>Tabela</a:t>
            </a:r>
            <a:endParaRPr lang="en-US"/>
          </a:p>
        </p:txBody>
      </p:sp>
      <p:sp>
        <p:nvSpPr>
          <p:cNvPr id="40" name="Content Placeholder 2"/>
          <p:cNvSpPr>
            <a:spLocks noGrp="1"/>
          </p:cNvSpPr>
          <p:nvPr>
            <p:ph sz="half" idx="10" hasCustomPrompt="1"/>
          </p:nvPr>
        </p:nvSpPr>
        <p:spPr>
          <a:xfrm>
            <a:off x="702895" y="4468899"/>
            <a:ext cx="8107976" cy="12803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285750" marR="0" indent="-285750" algn="l" defTabSz="914400" rtl="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>
                <a:srgbClr val="303030"/>
              </a:buClr>
              <a:buSzTx/>
              <a:buFont typeface="Wingdings" charset="2"/>
              <a:buChar char="§"/>
              <a:tabLst/>
              <a:defRPr lang="en-US" sz="12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otham-Book"/>
                <a:ea typeface="+mn-ea"/>
                <a:cs typeface="Gotham-Book"/>
              </a:defRPr>
            </a:lvl1pPr>
            <a:lvl2pPr>
              <a:defRPr lang="x-none" sz="1800" smtClean="0"/>
            </a:lvl2pPr>
            <a:lvl3pPr>
              <a:defRPr lang="x-none" sz="1800" smtClean="0"/>
            </a:lvl3pPr>
            <a:lvl4pPr>
              <a:defRPr lang="x-none" sz="1800" smtClean="0"/>
            </a:lvl4pPr>
            <a:lvl5pPr>
              <a:defRPr lang="en-US" sz="1800" dirty="0"/>
            </a:lvl5pPr>
          </a:lstStyle>
          <a:p>
            <a:pPr marL="285750" indent="-285750">
              <a:lnSpc>
                <a:spcPct val="90000"/>
              </a:lnSpc>
              <a:buClr>
                <a:srgbClr val="303030"/>
              </a:buClr>
              <a:buFont typeface="Wingdings" charset="2"/>
              <a:buChar char="§"/>
            </a:pP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Nunc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sed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libero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sit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amet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quam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commodo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sagittis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in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eu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felis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.</a:t>
            </a:r>
            <a:b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</a:br>
            <a:endParaRPr lang="en-US" sz="1600">
              <a:solidFill>
                <a:srgbClr val="303030"/>
              </a:solidFill>
              <a:latin typeface="Gotham-Book"/>
              <a:cs typeface="Gotham-Book"/>
            </a:endParaRPr>
          </a:p>
          <a:p>
            <a:pPr marL="285750" indent="-285750">
              <a:lnSpc>
                <a:spcPct val="90000"/>
              </a:lnSpc>
              <a:buClr>
                <a:srgbClr val="303030"/>
              </a:buClr>
              <a:buFont typeface="Wingdings" charset="2"/>
              <a:buChar char="§"/>
            </a:pP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Aenean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ut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lacus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fringilla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purus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luctus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 </a:t>
            </a:r>
            <a:r>
              <a:rPr lang="en-US" sz="1600" err="1">
                <a:solidFill>
                  <a:srgbClr val="303030"/>
                </a:solidFill>
                <a:latin typeface="Gotham-Book"/>
                <a:cs typeface="Gotham-Book"/>
              </a:rPr>
              <a:t>viverra</a:t>
            </a:r>
            <a:r>
              <a:rPr lang="en-US" sz="1600">
                <a:solidFill>
                  <a:srgbClr val="303030"/>
                </a:solidFill>
                <a:latin typeface="Gotham-Book"/>
                <a:cs typeface="Gotham-Book"/>
              </a:rPr>
              <a:t>.</a:t>
            </a:r>
          </a:p>
          <a:p>
            <a:pPr marL="285750" indent="-285750">
              <a:lnSpc>
                <a:spcPct val="90000"/>
              </a:lnSpc>
              <a:buClr>
                <a:srgbClr val="303030"/>
              </a:buClr>
              <a:buFont typeface="Wingdings" charset="2"/>
              <a:buChar char="§"/>
            </a:pPr>
            <a:endParaRPr lang="en-US" sz="1600">
              <a:solidFill>
                <a:srgbClr val="303030"/>
              </a:solidFill>
              <a:latin typeface="Gotham-Book"/>
              <a:cs typeface="Gotham-Book"/>
            </a:endParaRPr>
          </a:p>
          <a:p>
            <a:pPr marL="285750" lvl="0" indent="-285750" defTabSz="914400">
              <a:lnSpc>
                <a:spcPct val="90000"/>
              </a:lnSpc>
              <a:buClr>
                <a:srgbClr val="303030"/>
              </a:buClr>
              <a:buFont typeface="Wingdings" charset="2"/>
              <a:buChar char="§"/>
            </a:pPr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34560449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37508" y="333716"/>
            <a:ext cx="975616" cy="267011"/>
          </a:xfrm>
          <a:prstGeom prst="rect">
            <a:avLst/>
          </a:prstGeom>
        </p:spPr>
      </p:pic>
      <p:sp>
        <p:nvSpPr>
          <p:cNvPr id="33" name="Rectangle 32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 userDrawn="1"/>
        </p:nvSpPr>
        <p:spPr>
          <a:xfrm>
            <a:off x="8365985" y="6141017"/>
            <a:ext cx="789666" cy="410186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/>
          <p:cNvSpPr txBox="1"/>
          <p:nvPr userDrawn="1"/>
        </p:nvSpPr>
        <p:spPr>
          <a:xfrm>
            <a:off x="8426945" y="6216481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53C5324-E7B2-4328-ABFA-3EE39506D70D}" type="slidenum">
              <a:rPr lang="en-US" sz="1200" smtClean="0">
                <a:solidFill>
                  <a:schemeClr val="bg1"/>
                </a:solidFill>
                <a:latin typeface="Gotham-Bold"/>
                <a:cs typeface="Gotham-Bold"/>
              </a:rPr>
              <a:t>‹nº›</a:t>
            </a:fld>
            <a:endParaRPr lang="en-US" sz="1200">
              <a:solidFill>
                <a:schemeClr val="bg1"/>
              </a:solidFill>
              <a:latin typeface="Gotham-Bold"/>
              <a:cs typeface="Gotham-Bold"/>
            </a:endParaRPr>
          </a:p>
        </p:txBody>
      </p:sp>
      <p:sp>
        <p:nvSpPr>
          <p:cNvPr id="37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57200" y="3049905"/>
            <a:ext cx="7635794" cy="639762"/>
          </a:xfrm>
          <a:prstGeom prst="rect">
            <a:avLst/>
          </a:prstGeom>
        </p:spPr>
        <p:txBody>
          <a:bodyPr anchor="b"/>
          <a:lstStyle>
            <a:lvl1pPr marL="0" indent="0" algn="ctr" defTabSz="914400" rtl="0" eaLnBrk="1" latinLnBrk="0" hangingPunct="1">
              <a:lnSpc>
                <a:spcPct val="90000"/>
              </a:lnSpc>
              <a:buNone/>
              <a:defRPr lang="x-none" sz="5400" kern="1200" cap="all" baseline="0" smtClean="0">
                <a:solidFill>
                  <a:srgbClr val="FFFFFF"/>
                </a:solidFill>
                <a:latin typeface="Gotham-Bold"/>
                <a:ea typeface="+mn-ea"/>
                <a:cs typeface="Gotham-Bold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1. título</a:t>
            </a:r>
            <a:endParaRPr lang="x-none"/>
          </a:p>
        </p:txBody>
      </p:sp>
      <p:sp>
        <p:nvSpPr>
          <p:cNvPr id="38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457200" y="3753167"/>
            <a:ext cx="7635794" cy="639762"/>
          </a:xfrm>
          <a:prstGeom prst="rect">
            <a:avLst/>
          </a:prstGeom>
        </p:spPr>
        <p:txBody>
          <a:bodyPr anchor="b"/>
          <a:lstStyle>
            <a:lvl1pPr marL="0" indent="0" algn="ctr" defTabSz="914400" rtl="0" eaLnBrk="1" latinLnBrk="0" hangingPunct="1">
              <a:lnSpc>
                <a:spcPct val="90000"/>
              </a:lnSpc>
              <a:buNone/>
              <a:defRPr lang="x-none" sz="4400" kern="1200" cap="none" baseline="0" smtClean="0">
                <a:solidFill>
                  <a:srgbClr val="FFFFFF"/>
                </a:solidFill>
                <a:latin typeface="Gotham-Bold"/>
                <a:ea typeface="+mn-ea"/>
                <a:cs typeface="Gotham-Bold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Subtítulo</a:t>
            </a:r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38537692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rgbClr val="F02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2580640"/>
            <a:ext cx="9144000" cy="282448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 userDrawn="1"/>
        </p:nvSpPr>
        <p:spPr>
          <a:xfrm>
            <a:off x="747966" y="3342641"/>
            <a:ext cx="72000" cy="1239520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37508" y="333716"/>
            <a:ext cx="975616" cy="267011"/>
          </a:xfrm>
          <a:prstGeom prst="rect">
            <a:avLst/>
          </a:prstGeom>
        </p:spPr>
      </p:pic>
      <p:sp>
        <p:nvSpPr>
          <p:cNvPr id="12" name="Content Placeholder 2"/>
          <p:cNvSpPr>
            <a:spLocks noGrp="1"/>
          </p:cNvSpPr>
          <p:nvPr>
            <p:ph sz="half" idx="10" hasCustomPrompt="1"/>
          </p:nvPr>
        </p:nvSpPr>
        <p:spPr>
          <a:xfrm>
            <a:off x="1053372" y="3222882"/>
            <a:ext cx="8107976" cy="404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>
                <a:srgbClr val="303030"/>
              </a:buClr>
              <a:buSzTx/>
              <a:buFont typeface="Wingdings" charset="2"/>
              <a:buNone/>
              <a:tabLst/>
              <a:defRPr kumimoji="1" lang="en-US" sz="1600" kern="1200" dirty="0" smtClean="0">
                <a:solidFill>
                  <a:schemeClr val="bg1"/>
                </a:solidFill>
                <a:latin typeface="Gotham-Bold"/>
                <a:ea typeface="+mn-ea"/>
                <a:cs typeface="Gotham-Bold"/>
              </a:defRPr>
            </a:lvl1pPr>
            <a:lvl2pPr>
              <a:defRPr lang="x-none" sz="1800" smtClean="0"/>
            </a:lvl2pPr>
            <a:lvl3pPr>
              <a:defRPr lang="x-none" sz="1800" smtClean="0"/>
            </a:lvl3pPr>
            <a:lvl4pPr>
              <a:defRPr lang="x-none" sz="1800" smtClean="0"/>
            </a:lvl4pPr>
            <a:lvl5pPr>
              <a:defRPr lang="en-US" sz="1800" dirty="0"/>
            </a:lvl5pPr>
          </a:lstStyle>
          <a:p>
            <a:pPr>
              <a:defRPr/>
            </a:pPr>
            <a:r>
              <a:rPr kumimoji="1" lang="en-US" sz="2000">
                <a:solidFill>
                  <a:schemeClr val="bg1"/>
                </a:solidFill>
                <a:latin typeface="Gotham-Bold"/>
                <a:cs typeface="Gotham-Bold"/>
              </a:rPr>
              <a:t>Copyright © 2015  Prof. Jorge </a:t>
            </a:r>
            <a:r>
              <a:rPr kumimoji="1" lang="en-US" sz="2000" err="1">
                <a:solidFill>
                  <a:schemeClr val="bg1"/>
                </a:solidFill>
                <a:latin typeface="Gotham-Bold"/>
                <a:cs typeface="Gotham-Bold"/>
              </a:rPr>
              <a:t>Surian</a:t>
            </a:r>
            <a:endParaRPr lang="x-none"/>
          </a:p>
        </p:txBody>
      </p:sp>
      <p:sp>
        <p:nvSpPr>
          <p:cNvPr id="14" name="Content Placeholder 2"/>
          <p:cNvSpPr>
            <a:spLocks noGrp="1"/>
          </p:cNvSpPr>
          <p:nvPr>
            <p:ph sz="half" idx="11" hasCustomPrompt="1"/>
          </p:nvPr>
        </p:nvSpPr>
        <p:spPr>
          <a:xfrm>
            <a:off x="1053372" y="3773418"/>
            <a:ext cx="6694934" cy="904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>
                <a:srgbClr val="303030"/>
              </a:buClr>
              <a:buSzTx/>
              <a:buFont typeface="Wingdings" charset="2"/>
              <a:buNone/>
              <a:tabLst/>
              <a:defRPr kumimoji="1" lang="en-US" sz="1600" kern="1200" dirty="0">
                <a:solidFill>
                  <a:schemeClr val="bg1"/>
                </a:solidFill>
                <a:latin typeface="Gotham-Book"/>
                <a:ea typeface="+mn-ea"/>
                <a:cs typeface="Gotham-Book"/>
              </a:defRPr>
            </a:lvl1pPr>
            <a:lvl2pPr>
              <a:defRPr lang="x-none" sz="1800" smtClean="0"/>
            </a:lvl2pPr>
            <a:lvl3pPr>
              <a:defRPr lang="x-none" sz="1800" smtClean="0"/>
            </a:lvl3pPr>
            <a:lvl4pPr>
              <a:defRPr lang="x-none" sz="1800" smtClean="0"/>
            </a:lvl4pPr>
            <a:lvl5pPr>
              <a:defRPr lang="en-US" sz="1800" dirty="0"/>
            </a:lvl5pPr>
          </a:lstStyle>
          <a:p>
            <a:pPr>
              <a:lnSpc>
                <a:spcPct val="110000"/>
              </a:lnSpc>
              <a:defRPr/>
            </a:pPr>
            <a:r>
              <a:rPr kumimoji="1" lang="en-US" sz="1600" err="1">
                <a:solidFill>
                  <a:schemeClr val="bg1"/>
                </a:solidFill>
                <a:latin typeface="Gotham-Book"/>
                <a:cs typeface="Gotham-Book"/>
              </a:rPr>
              <a:t>Todos</a:t>
            </a:r>
            <a:r>
              <a:rPr kumimoji="1" lang="en-US" sz="160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err="1">
                <a:solidFill>
                  <a:schemeClr val="bg1"/>
                </a:solidFill>
                <a:latin typeface="Gotham-Book"/>
                <a:cs typeface="Gotham-Book"/>
              </a:rPr>
              <a:t>direitos</a:t>
            </a:r>
            <a:r>
              <a:rPr kumimoji="1" lang="en-US" sz="160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err="1">
                <a:solidFill>
                  <a:schemeClr val="bg1"/>
                </a:solidFill>
                <a:latin typeface="Gotham-Book"/>
                <a:cs typeface="Gotham-Book"/>
              </a:rPr>
              <a:t>reservados</a:t>
            </a:r>
            <a:r>
              <a:rPr kumimoji="1" lang="en-US" sz="1600">
                <a:solidFill>
                  <a:schemeClr val="bg1"/>
                </a:solidFill>
                <a:latin typeface="Gotham-Book"/>
                <a:cs typeface="Gotham-Book"/>
              </a:rPr>
              <a:t>. </a:t>
            </a:r>
            <a:r>
              <a:rPr kumimoji="1" lang="en-US" sz="1600" err="1">
                <a:solidFill>
                  <a:schemeClr val="bg1"/>
                </a:solidFill>
                <a:latin typeface="Gotham-Book"/>
                <a:cs typeface="Gotham-Book"/>
              </a:rPr>
              <a:t>Reprodução</a:t>
            </a:r>
            <a:r>
              <a:rPr kumimoji="1" lang="en-US" sz="160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err="1">
                <a:solidFill>
                  <a:schemeClr val="bg1"/>
                </a:solidFill>
                <a:latin typeface="Gotham-Book"/>
                <a:cs typeface="Gotham-Book"/>
              </a:rPr>
              <a:t>ou</a:t>
            </a:r>
            <a:r>
              <a:rPr kumimoji="1" lang="en-US" sz="160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err="1">
                <a:solidFill>
                  <a:schemeClr val="bg1"/>
                </a:solidFill>
                <a:latin typeface="Gotham-Book"/>
                <a:cs typeface="Gotham-Book"/>
              </a:rPr>
              <a:t>divulgação</a:t>
            </a:r>
            <a:r>
              <a:rPr kumimoji="1" lang="en-US" sz="1600">
                <a:solidFill>
                  <a:schemeClr val="bg1"/>
                </a:solidFill>
                <a:latin typeface="Gotham-Book"/>
                <a:cs typeface="Gotham-Book"/>
              </a:rPr>
              <a:t> total </a:t>
            </a:r>
            <a:r>
              <a:rPr kumimoji="1" lang="en-US" sz="1600" err="1">
                <a:solidFill>
                  <a:schemeClr val="bg1"/>
                </a:solidFill>
                <a:latin typeface="Gotham-Book"/>
                <a:cs typeface="Gotham-Book"/>
              </a:rPr>
              <a:t>ou</a:t>
            </a:r>
            <a:r>
              <a:rPr kumimoji="1" lang="en-US" sz="160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err="1">
                <a:solidFill>
                  <a:schemeClr val="bg1"/>
                </a:solidFill>
                <a:latin typeface="Gotham-Book"/>
                <a:cs typeface="Gotham-Book"/>
              </a:rPr>
              <a:t>parcial</a:t>
            </a:r>
            <a:r>
              <a:rPr kumimoji="1" lang="en-US" sz="160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err="1">
                <a:solidFill>
                  <a:schemeClr val="bg1"/>
                </a:solidFill>
                <a:latin typeface="Gotham-Book"/>
                <a:cs typeface="Gotham-Book"/>
              </a:rPr>
              <a:t>deste</a:t>
            </a:r>
            <a:r>
              <a:rPr kumimoji="1" lang="en-US" sz="160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err="1">
                <a:solidFill>
                  <a:schemeClr val="bg1"/>
                </a:solidFill>
                <a:latin typeface="Gotham-Book"/>
                <a:cs typeface="Gotham-Book"/>
              </a:rPr>
              <a:t>documento</a:t>
            </a:r>
            <a:r>
              <a:rPr kumimoji="1" lang="en-US" sz="1600">
                <a:solidFill>
                  <a:schemeClr val="bg1"/>
                </a:solidFill>
                <a:latin typeface="Gotham-Book"/>
                <a:cs typeface="Gotham-Book"/>
              </a:rPr>
              <a:t> é </a:t>
            </a:r>
            <a:r>
              <a:rPr kumimoji="1" lang="en-US" sz="1600" err="1">
                <a:solidFill>
                  <a:schemeClr val="bg1"/>
                </a:solidFill>
                <a:latin typeface="Gotham-Book"/>
                <a:cs typeface="Gotham-Book"/>
              </a:rPr>
              <a:t>expressamente</a:t>
            </a:r>
            <a:r>
              <a:rPr kumimoji="1" lang="en-US" sz="160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err="1">
                <a:solidFill>
                  <a:schemeClr val="bg1"/>
                </a:solidFill>
                <a:latin typeface="Gotham-Book"/>
                <a:cs typeface="Gotham-Book"/>
              </a:rPr>
              <a:t>proíbido</a:t>
            </a:r>
            <a:r>
              <a:rPr kumimoji="1" lang="en-US" sz="160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err="1">
                <a:solidFill>
                  <a:schemeClr val="bg1"/>
                </a:solidFill>
                <a:latin typeface="Gotham-Book"/>
                <a:cs typeface="Gotham-Book"/>
              </a:rPr>
              <a:t>sem</a:t>
            </a:r>
            <a:r>
              <a:rPr kumimoji="1" lang="en-US" sz="1600">
                <a:solidFill>
                  <a:schemeClr val="bg1"/>
                </a:solidFill>
                <a:latin typeface="Gotham-Book"/>
                <a:cs typeface="Gotham-Book"/>
              </a:rPr>
              <a:t> o </a:t>
            </a:r>
            <a:r>
              <a:rPr kumimoji="1" lang="pt-BR" sz="1600">
                <a:solidFill>
                  <a:schemeClr val="bg1"/>
                </a:solidFill>
                <a:latin typeface="Gotham-Book"/>
                <a:cs typeface="Gotham-Book"/>
              </a:rPr>
              <a:t>consentimento formal, por escrito,</a:t>
            </a:r>
            <a:r>
              <a:rPr kumimoji="1" lang="en-US" sz="1600">
                <a:solidFill>
                  <a:schemeClr val="bg1"/>
                </a:solidFill>
                <a:latin typeface="Gotham-Book"/>
                <a:cs typeface="Gotham-Book"/>
              </a:rPr>
              <a:t> do Professor (</a:t>
            </a:r>
            <a:r>
              <a:rPr kumimoji="1" lang="en-US" sz="1600" err="1">
                <a:solidFill>
                  <a:schemeClr val="bg1"/>
                </a:solidFill>
                <a:latin typeface="Gotham-Book"/>
                <a:cs typeface="Gotham-Book"/>
              </a:rPr>
              <a:t>autor</a:t>
            </a:r>
            <a:r>
              <a:rPr kumimoji="1" lang="en-US" sz="1600">
                <a:solidFill>
                  <a:schemeClr val="bg1"/>
                </a:solidFill>
                <a:latin typeface="Gotham-Book"/>
                <a:cs typeface="Gotham-Book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63196197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8257AB-1B97-428E-942A-A149AD141076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53224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theme" Target="../theme/theme4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theme" Target="../theme/theme5.xml"/><Relationship Id="rId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>
            <a:extLst>
              <a:ext uri="{FF2B5EF4-FFF2-40B4-BE49-F238E27FC236}">
                <a16:creationId xmlns:a16="http://schemas.microsoft.com/office/drawing/2014/main" id="{A4DD1FD2-253C-4762-BBC4-3D01FAD13D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68313" y="123825"/>
            <a:ext cx="7199312" cy="763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estilo do título mestre</a:t>
            </a:r>
          </a:p>
        </p:txBody>
      </p:sp>
      <p:sp>
        <p:nvSpPr>
          <p:cNvPr id="1027" name="Rectangle 9">
            <a:extLst>
              <a:ext uri="{FF2B5EF4-FFF2-40B4-BE49-F238E27FC236}">
                <a16:creationId xmlns:a16="http://schemas.microsoft.com/office/drawing/2014/main" id="{BC5E6D78-A437-4089-AB0E-4F0D56D8CE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68313" y="1052513"/>
            <a:ext cx="8351837" cy="554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do texto mestre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pic>
        <p:nvPicPr>
          <p:cNvPr id="1028" name="Imagem 1">
            <a:extLst>
              <a:ext uri="{FF2B5EF4-FFF2-40B4-BE49-F238E27FC236}">
                <a16:creationId xmlns:a16="http://schemas.microsoft.com/office/drawing/2014/main" id="{8F0A7795-8F39-4504-A9C0-34ABBD8FD562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113" y="0"/>
            <a:ext cx="9144001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22">
            <a:extLst>
              <a:ext uri="{FF2B5EF4-FFF2-40B4-BE49-F238E27FC236}">
                <a16:creationId xmlns:a16="http://schemas.microsoft.com/office/drawing/2014/main" id="{49063287-909D-4C3A-9030-21DDFA2EDFB8}"/>
              </a:ext>
            </a:extLst>
          </p:cNvPr>
          <p:cNvSpPr/>
          <p:nvPr userDrawn="1"/>
        </p:nvSpPr>
        <p:spPr>
          <a:xfrm>
            <a:off x="8365985" y="6141017"/>
            <a:ext cx="789666" cy="410186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23">
            <a:extLst>
              <a:ext uri="{FF2B5EF4-FFF2-40B4-BE49-F238E27FC236}">
                <a16:creationId xmlns:a16="http://schemas.microsoft.com/office/drawing/2014/main" id="{FA176CEA-4BB4-4AC1-983A-DA378DCA8A03}"/>
              </a:ext>
            </a:extLst>
          </p:cNvPr>
          <p:cNvSpPr txBox="1"/>
          <p:nvPr userDrawn="1"/>
        </p:nvSpPr>
        <p:spPr>
          <a:xfrm>
            <a:off x="8426945" y="6216481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53C5324-E7B2-4328-ABFA-3EE39506D70D}" type="slidenum">
              <a:rPr lang="en-US" sz="1200" smtClean="0">
                <a:solidFill>
                  <a:schemeClr val="bg1"/>
                </a:solidFill>
                <a:latin typeface="Gotham-Bold"/>
                <a:cs typeface="Gotham-Bold"/>
              </a:rPr>
              <a:t>‹nº›</a:t>
            </a:fld>
            <a:endParaRPr lang="en-US" sz="1200">
              <a:solidFill>
                <a:schemeClr val="bg1"/>
              </a:solidFill>
              <a:latin typeface="Gotham-Bold"/>
              <a:cs typeface="Gotham-Bold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685" r:id="rId1"/>
    <p:sldLayoutId id="2147485686" r:id="rId2"/>
    <p:sldLayoutId id="2147485687" r:id="rId3"/>
    <p:sldLayoutId id="2147485688" r:id="rId4"/>
    <p:sldLayoutId id="2147485689" r:id="rId5"/>
    <p:sldLayoutId id="2147485690" r:id="rId6"/>
    <p:sldLayoutId id="2147485691" r:id="rId7"/>
    <p:sldLayoutId id="2147485692" r:id="rId8"/>
    <p:sldLayoutId id="2147485693" r:id="rId9"/>
    <p:sldLayoutId id="2147485694" r:id="rId10"/>
    <p:sldLayoutId id="2147485695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C0128"/>
        </a:buClr>
        <a:buSzPct val="100000"/>
        <a:buFont typeface="Wingdings" panose="05000000000000000000" pitchFamily="2" charset="2"/>
        <a:buChar char="ü"/>
        <a:defRPr sz="2400">
          <a:solidFill>
            <a:schemeClr val="tx1"/>
          </a:solidFill>
          <a:latin typeface="+mj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FC0128"/>
        </a:buClr>
        <a:buSzPct val="10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j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FC0128"/>
        </a:buClr>
        <a:buSzPct val="100000"/>
        <a:buChar char="•"/>
        <a:defRPr>
          <a:solidFill>
            <a:schemeClr val="tx1"/>
          </a:solidFill>
          <a:latin typeface="+mj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FC0128"/>
        </a:buClr>
        <a:buSzPct val="100000"/>
        <a:buFont typeface="Wingdings" panose="05000000000000000000" pitchFamily="2" charset="2"/>
        <a:buChar char="û"/>
        <a:defRPr sz="1600">
          <a:solidFill>
            <a:schemeClr val="tx1"/>
          </a:solidFill>
          <a:latin typeface="+mj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FC0128"/>
        </a:buClr>
        <a:buSzPct val="100000"/>
        <a:buFont typeface="Wingdings" panose="05000000000000000000" pitchFamily="2" charset="2"/>
        <a:buChar char="F"/>
        <a:defRPr sz="1200">
          <a:solidFill>
            <a:schemeClr val="tx1"/>
          </a:solidFill>
          <a:latin typeface="+mj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rgbClr val="FC0128"/>
        </a:buClr>
        <a:buSzPct val="100000"/>
        <a:buFont typeface="Wingdings" pitchFamily="2" charset="2"/>
        <a:buChar char="F"/>
        <a:defRPr sz="12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rgbClr val="FC0128"/>
        </a:buClr>
        <a:buSzPct val="100000"/>
        <a:buFont typeface="Wingdings" pitchFamily="2" charset="2"/>
        <a:buChar char="F"/>
        <a:defRPr sz="12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rgbClr val="FC0128"/>
        </a:buClr>
        <a:buSzPct val="100000"/>
        <a:buFont typeface="Wingdings" pitchFamily="2" charset="2"/>
        <a:buChar char="F"/>
        <a:defRPr sz="12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rgbClr val="FC0128"/>
        </a:buClr>
        <a:buSzPct val="100000"/>
        <a:buFont typeface="Wingdings" pitchFamily="2" charset="2"/>
        <a:buChar char="F"/>
        <a:defRPr sz="1200"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cl0817\Desktop\CAPA.jpg">
            <a:extLst>
              <a:ext uri="{FF2B5EF4-FFF2-40B4-BE49-F238E27FC236}">
                <a16:creationId xmlns:a16="http://schemas.microsoft.com/office/drawing/2014/main" id="{F6CEB96C-A16B-4B44-915D-6332A331552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696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Espaço Reservado para Título 1">
            <a:extLst>
              <a:ext uri="{FF2B5EF4-FFF2-40B4-BE49-F238E27FC236}">
                <a16:creationId xmlns:a16="http://schemas.microsoft.com/office/drawing/2014/main" id="{0A6FAF27-C6ED-4BF1-8804-67974C984F70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estilo do título mestre</a:t>
            </a:r>
          </a:p>
        </p:txBody>
      </p:sp>
      <p:sp>
        <p:nvSpPr>
          <p:cNvPr id="3075" name="Espaço Reservado para Texto 2">
            <a:extLst>
              <a:ext uri="{FF2B5EF4-FFF2-40B4-BE49-F238E27FC236}">
                <a16:creationId xmlns:a16="http://schemas.microsoft.com/office/drawing/2014/main" id="{14FC529E-FEB2-47B6-A0DE-73645E44904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do texto mestre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E0B68BB-EAFB-470D-AAEB-0593808CCF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2A5A776F-EE5C-4CA4-8DA1-88704B9F3BA8}" type="datetimeFigureOut">
              <a:rPr lang="pt-BR"/>
              <a:pPr>
                <a:defRPr/>
              </a:pPr>
              <a:t>07/05/2026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CFE333B-0CEE-46C7-A152-1B84E143E9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984F7A7-6EC8-40BE-B70E-83A20C2E6B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E275CE9E-7E05-4EF1-BB07-F40C37585E98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  <p:pic>
        <p:nvPicPr>
          <p:cNvPr id="3079" name="Picture 2" descr="C:\Users\cl0817\Desktop\DireitosAutorais.jpg">
            <a:extLst>
              <a:ext uri="{FF2B5EF4-FFF2-40B4-BE49-F238E27FC236}">
                <a16:creationId xmlns:a16="http://schemas.microsoft.com/office/drawing/2014/main" id="{922272C8-169A-404B-B593-2D6C4DD56B3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69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0" name="Picture 10">
            <a:extLst>
              <a:ext uri="{FF2B5EF4-FFF2-40B4-BE49-F238E27FC236}">
                <a16:creationId xmlns:a16="http://schemas.microsoft.com/office/drawing/2014/main" id="{ECB7CAE2-87AD-4A7B-9E45-706E7E9CF8E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213" y="2420938"/>
            <a:ext cx="4824412" cy="158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698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8F4EA0-1D94-4AB7-B9F2-23B25EC7660E}" type="datetime1">
              <a:rPr lang="pt-BR" smtClean="0"/>
              <a:t>07/05/2026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2576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738" r:id="rId1"/>
    <p:sldLayoutId id="2147485739" r:id="rId2"/>
    <p:sldLayoutId id="2147485740" r:id="rId3"/>
    <p:sldLayoutId id="2147485741" r:id="rId4"/>
    <p:sldLayoutId id="2147485742" r:id="rId5"/>
    <p:sldLayoutId id="2147485743" r:id="rId6"/>
    <p:sldLayoutId id="2147485744" r:id="rId7"/>
    <p:sldLayoutId id="2147485745" r:id="rId8"/>
    <p:sldLayoutId id="2147485746" r:id="rId9"/>
    <p:sldLayoutId id="2147485747" r:id="rId10"/>
    <p:sldLayoutId id="2147485748" r:id="rId11"/>
    <p:sldLayoutId id="2147485749" r:id="rId12"/>
    <p:sldLayoutId id="2147485750" r:id="rId13"/>
    <p:sldLayoutId id="2147485751" r:id="rId14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3124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753" r:id="rId1"/>
    <p:sldLayoutId id="2147485754" r:id="rId2"/>
    <p:sldLayoutId id="2147485755" r:id="rId3"/>
    <p:sldLayoutId id="2147485756" r:id="rId4"/>
    <p:sldLayoutId id="2147485757" r:id="rId5"/>
    <p:sldLayoutId id="2147485758" r:id="rId6"/>
    <p:sldLayoutId id="2147485759" r:id="rId7"/>
    <p:sldLayoutId id="2147485760" r:id="rId8"/>
    <p:sldLayoutId id="2147485761" r:id="rId9"/>
    <p:sldLayoutId id="2147485762" r:id="rId10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tângulo 3">
            <a:extLst>
              <a:ext uri="{FF2B5EF4-FFF2-40B4-BE49-F238E27FC236}">
                <a16:creationId xmlns:a16="http://schemas.microsoft.com/office/drawing/2014/main" id="{9D3717E7-6590-4D35-BB82-7D76A893EC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8400" y="2700338"/>
            <a:ext cx="4319588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defRPr sz="2400" b="1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marL="1143000" indent="-228600">
              <a:defRPr sz="2400" b="1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defRPr sz="2400" b="1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marL="2057400" indent="-228600">
              <a:defRPr sz="2400" b="1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  <a:defRPr/>
            </a:pPr>
            <a:r>
              <a:rPr lang="pt-BR" altLang="pt-BR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MBA em </a:t>
            </a:r>
            <a:r>
              <a:rPr lang="pt-BR" altLang="pt-BR" i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Análise de Negócios com práticas do BABOK</a:t>
            </a:r>
          </a:p>
        </p:txBody>
      </p:sp>
      <p:pic>
        <p:nvPicPr>
          <p:cNvPr id="9219" name="Imagem 2">
            <a:extLst>
              <a:ext uri="{FF2B5EF4-FFF2-40B4-BE49-F238E27FC236}">
                <a16:creationId xmlns:a16="http://schemas.microsoft.com/office/drawing/2014/main" id="{607ADD21-DBF9-420F-BBBE-8FF307418A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613" y="3116263"/>
            <a:ext cx="1368425" cy="373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0" name="Imagem 1">
            <a:extLst>
              <a:ext uri="{FF2B5EF4-FFF2-40B4-BE49-F238E27FC236}">
                <a16:creationId xmlns:a16="http://schemas.microsoft.com/office/drawing/2014/main" id="{5A9D60F8-FB08-4869-BF09-2923FA4E6C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4763"/>
            <a:ext cx="9144000" cy="6867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l="21776" r="21705"/>
          <a:stretch/>
        </p:blipFill>
        <p:spPr>
          <a:xfrm>
            <a:off x="0" y="1844824"/>
            <a:ext cx="9143683" cy="399595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95536" y="2029373"/>
            <a:ext cx="8712968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otham-Bold"/>
                <a:ea typeface="+mn-ea"/>
                <a:cs typeface="Gotham-Bold"/>
              </a:rPr>
              <a:t>TECNOLOGIA EM DESENVOLVIMENTO DE SISTEMAS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68782" y="2828409"/>
            <a:ext cx="6316512" cy="798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otham-Book"/>
                <a:ea typeface="+mn-ea"/>
                <a:cs typeface="Gotham-Book"/>
              </a:rPr>
              <a:t>DevOps</a:t>
            </a:r>
            <a:r>
              <a:rPr kumimoji="0" lang="pt-BR" sz="2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otham-Book"/>
                <a:ea typeface="+mn-ea"/>
                <a:cs typeface="Gotham-Book"/>
              </a:rPr>
              <a:t> Tools &amp; Cloud </a:t>
            </a:r>
            <a:r>
              <a:rPr kumimoji="0" lang="pt-BR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otham-Book"/>
                <a:ea typeface="+mn-ea"/>
                <a:cs typeface="Gotham-Book"/>
              </a:rPr>
              <a:t>Computing</a:t>
            </a:r>
            <a:endParaRPr kumimoji="0" lang="pt-BR" sz="2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-Book"/>
              <a:ea typeface="+mn-ea"/>
              <a:cs typeface="Gotham-Book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7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Gotham-Book"/>
              <a:ea typeface="+mn-ea"/>
              <a:cs typeface="Gotham-Book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otham-Book"/>
                <a:ea typeface="+mn-ea"/>
                <a:cs typeface="Gotham-Book"/>
              </a:rPr>
              <a:t>Docker File e Docker </a:t>
            </a:r>
            <a:r>
              <a:rPr kumimoji="0" lang="pt-BR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otham-Book"/>
                <a:ea typeface="+mn-ea"/>
                <a:cs typeface="Gotham-Book"/>
              </a:rPr>
              <a:t>Compose</a:t>
            </a:r>
            <a:endParaRPr kumimoji="0" lang="pt-BR" sz="22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Gotham-Book"/>
              <a:ea typeface="+mn-ea"/>
              <a:cs typeface="Gotham-Book"/>
            </a:endParaRPr>
          </a:p>
        </p:txBody>
      </p:sp>
      <p:sp>
        <p:nvSpPr>
          <p:cNvPr id="23" name="Rectangle 22"/>
          <p:cNvSpPr/>
          <p:nvPr/>
        </p:nvSpPr>
        <p:spPr>
          <a:xfrm flipH="1">
            <a:off x="179510" y="2079627"/>
            <a:ext cx="72009" cy="3365598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extBox 8">
            <a:extLst>
              <a:ext uri="{FF2B5EF4-FFF2-40B4-BE49-F238E27FC236}">
                <a16:creationId xmlns:a16="http://schemas.microsoft.com/office/drawing/2014/main" id="{D79F325F-D456-5A65-88E1-377053E725B6}"/>
              </a:ext>
            </a:extLst>
          </p:cNvPr>
          <p:cNvSpPr txBox="1"/>
          <p:nvPr/>
        </p:nvSpPr>
        <p:spPr>
          <a:xfrm>
            <a:off x="397445" y="4243487"/>
            <a:ext cx="8062961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otham-Bold"/>
                <a:ea typeface="+mn-ea"/>
                <a:cs typeface="Gotham-Bold"/>
              </a:rPr>
              <a:t>PROF. Antonio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otham-Bold"/>
                <a:ea typeface="+mn-ea"/>
                <a:cs typeface="Gotham-Bold"/>
              </a:rPr>
              <a:t>Figueiredo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otham-Bold"/>
                <a:ea typeface="+mn-ea"/>
                <a:cs typeface="Gotham-Bold"/>
              </a:rPr>
              <a:t>   </a:t>
            </a:r>
            <a:r>
              <a:rPr kumimoji="0" lang="en-US" sz="14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otham-Bold"/>
                <a:ea typeface="+mn-ea"/>
                <a:cs typeface="Gotham-Bold"/>
              </a:rPr>
              <a:t>profantonio.figueiredo@fiap.com.br</a:t>
            </a: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-Bold"/>
              <a:ea typeface="+mn-ea"/>
              <a:cs typeface="Gotham-Bold"/>
            </a:endParaRPr>
          </a:p>
        </p:txBody>
      </p:sp>
    </p:spTree>
    <p:extLst>
      <p:ext uri="{BB962C8B-B14F-4D97-AF65-F5344CB8AC3E}">
        <p14:creationId xmlns:p14="http://schemas.microsoft.com/office/powerpoint/2010/main" val="1869390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E1E7352-4E94-47F9-A1DD-4D554B1F9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41" y="251586"/>
            <a:ext cx="8196262" cy="522288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000">
                <a:solidFill>
                  <a:schemeClr val="tx1"/>
                </a:solidFill>
              </a:rPr>
              <a:t>DOCKER FILE</a:t>
            </a:r>
          </a:p>
        </p:txBody>
      </p:sp>
      <p:pic>
        <p:nvPicPr>
          <p:cNvPr id="8196" name="Picture 4" descr="Build a basic Docker image using Dockerfile - Programmer Lib">
            <a:extLst>
              <a:ext uri="{FF2B5EF4-FFF2-40B4-BE49-F238E27FC236}">
                <a16:creationId xmlns:a16="http://schemas.microsoft.com/office/drawing/2014/main" id="{BAB27862-3698-ED48-12F8-77DEDE94A0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80728"/>
            <a:ext cx="9144000" cy="5072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92476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D79E55-FFBF-08E9-E064-3992E00F4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>
                <a:cs typeface="Arial"/>
              </a:rPr>
              <a:t>Resumo</a:t>
            </a:r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F491C4B-8E93-46EF-874F-7A405B3F1BB5}"/>
              </a:ext>
            </a:extLst>
          </p:cNvPr>
          <p:cNvSpPr txBox="1"/>
          <p:nvPr/>
        </p:nvSpPr>
        <p:spPr>
          <a:xfrm>
            <a:off x="500916" y="1582895"/>
            <a:ext cx="2743200" cy="4572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>
                <a:latin typeface="Arial"/>
                <a:cs typeface="Arial"/>
              </a:rPr>
              <a:t>1 Container</a:t>
            </a:r>
            <a:endParaRPr lang="pt-BR"/>
          </a:p>
        </p:txBody>
      </p:sp>
      <p:pic>
        <p:nvPicPr>
          <p:cNvPr id="5" name="Imagem 5" descr="Interface gráfica do usuário&#10;&#10;Descrição gerada automaticamente">
            <a:extLst>
              <a:ext uri="{FF2B5EF4-FFF2-40B4-BE49-F238E27FC236}">
                <a16:creationId xmlns:a16="http://schemas.microsoft.com/office/drawing/2014/main" id="{EFFDD26A-9FBF-BC5F-F1ED-65BB352FC1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72" y="2159455"/>
            <a:ext cx="2743200" cy="2375154"/>
          </a:xfrm>
          <a:prstGeom prst="rect">
            <a:avLst/>
          </a:prstGeom>
        </p:spPr>
      </p:pic>
      <p:pic>
        <p:nvPicPr>
          <p:cNvPr id="6" name="Imagem 6" descr="Diagrama&#10;&#10;Descrição gerada automaticamente">
            <a:extLst>
              <a:ext uri="{FF2B5EF4-FFF2-40B4-BE49-F238E27FC236}">
                <a16:creationId xmlns:a16="http://schemas.microsoft.com/office/drawing/2014/main" id="{0E7106A9-544B-A536-2B9E-74649076D8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2831" y="2162315"/>
            <a:ext cx="6214527" cy="3567678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9C76CA9F-EEA7-F303-2B1E-749A39DA0890}"/>
              </a:ext>
            </a:extLst>
          </p:cNvPr>
          <p:cNvSpPr txBox="1"/>
          <p:nvPr/>
        </p:nvSpPr>
        <p:spPr>
          <a:xfrm>
            <a:off x="3242294" y="1582895"/>
            <a:ext cx="2743200" cy="4572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>
                <a:latin typeface="Arial"/>
                <a:cs typeface="Arial"/>
              </a:rPr>
              <a:t>2 Imagem</a:t>
            </a:r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3F9F469-0490-D84C-56D6-925E3910480A}"/>
              </a:ext>
            </a:extLst>
          </p:cNvPr>
          <p:cNvSpPr txBox="1"/>
          <p:nvPr/>
        </p:nvSpPr>
        <p:spPr>
          <a:xfrm>
            <a:off x="6393514" y="1582895"/>
            <a:ext cx="295267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>
                <a:latin typeface="Arial"/>
                <a:cs typeface="Arial"/>
              </a:rPr>
              <a:t>3 Docker Registry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8989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tângulo 22">
            <a:extLst>
              <a:ext uri="{FF2B5EF4-FFF2-40B4-BE49-F238E27FC236}">
                <a16:creationId xmlns:a16="http://schemas.microsoft.com/office/drawing/2014/main" id="{CCC4385E-7859-F147-9D4C-F9F43381B9CB}"/>
              </a:ext>
            </a:extLst>
          </p:cNvPr>
          <p:cNvSpPr/>
          <p:nvPr/>
        </p:nvSpPr>
        <p:spPr>
          <a:xfrm>
            <a:off x="131400" y="908720"/>
            <a:ext cx="8833088" cy="34470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24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A interface de linha de comando (CLI) é uma forma manual de realizar a administração. Visto em nossos exemplos não é complexo fazer o </a:t>
            </a:r>
            <a:r>
              <a:rPr kumimoji="0" lang="pt-BR" sz="2400" b="0" i="0" u="none" strike="noStrike" kern="1200" cap="none" spc="0" normalizeH="0" baseline="0" noProof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pull</a:t>
            </a:r>
            <a:r>
              <a:rPr kumimoji="0" lang="pt-BR" sz="24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, </a:t>
            </a:r>
            <a:r>
              <a:rPr kumimoji="0" lang="pt-BR" sz="2400" b="0" i="0" u="none" strike="noStrike" kern="1200" cap="none" spc="0" normalizeH="0" baseline="0" noProof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run</a:t>
            </a:r>
            <a:r>
              <a:rPr kumimoji="0" lang="pt-BR" sz="24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, </a:t>
            </a:r>
            <a:r>
              <a:rPr kumimoji="0" lang="pt-BR" sz="2400" b="0" i="0" u="none" strike="noStrike" kern="1200" cap="none" spc="0" normalizeH="0" baseline="0" noProof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ps</a:t>
            </a:r>
            <a:r>
              <a:rPr kumimoji="0" lang="pt-BR" sz="24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e stop de uma Imagem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pt-BR" sz="1300" b="0" i="0" u="none" strike="noStrike" kern="1200" cap="none" spc="0" normalizeH="0" baseline="0" noProof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24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Porém podemos automatizar o processo utilizando </a:t>
            </a:r>
            <a:r>
              <a:rPr kumimoji="0" lang="pt-BR" sz="2400" b="0" i="0" u="none" strike="noStrike" kern="1200" cap="none" spc="0" normalizeH="0" baseline="0" noProof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Dockerfiles</a:t>
            </a:r>
            <a:r>
              <a:rPr kumimoji="0" lang="pt-BR" sz="24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. Esses arquivos nada mais são do que listas de instruções utilizados para automatizar a criação e configuração de Containers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pt-BR" sz="1300" b="0" i="0" u="none" strike="noStrike" kern="1200" cap="none" spc="0" normalizeH="0" baseline="0" noProof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24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Em outras palavras, ele serve como </a:t>
            </a:r>
            <a:r>
              <a:rPr kumimoji="0" lang="pt-BR" sz="2400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uma receita para construir um Container</a:t>
            </a:r>
            <a:r>
              <a:rPr kumimoji="0" lang="pt-BR" sz="24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, permitindo definir um ambiente personalizado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146120D-BBAE-C943-882A-CA293568BC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832" y="4311730"/>
            <a:ext cx="4536504" cy="2546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FE1E7352-4E94-47F9-A1DD-4D554B1F9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41" y="251586"/>
            <a:ext cx="8196262" cy="522288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000">
                <a:solidFill>
                  <a:schemeClr val="tx1"/>
                </a:solidFill>
              </a:rPr>
              <a:t>DOCKER FILE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181745CE-9245-4527-80A8-DF5D51CCBA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192" y="4666399"/>
            <a:ext cx="1539496" cy="1940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34564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tângulo 23">
            <a:extLst>
              <a:ext uri="{FF2B5EF4-FFF2-40B4-BE49-F238E27FC236}">
                <a16:creationId xmlns:a16="http://schemas.microsoft.com/office/drawing/2014/main" id="{95152C4B-5E8A-B741-A25B-79EFFC888320}"/>
              </a:ext>
            </a:extLst>
          </p:cNvPr>
          <p:cNvSpPr/>
          <p:nvPr/>
        </p:nvSpPr>
        <p:spPr>
          <a:xfrm>
            <a:off x="131400" y="908720"/>
            <a:ext cx="8833088" cy="1200329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just">
              <a:defRPr/>
            </a:pPr>
            <a:r>
              <a:rPr lang="pt-BR" b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Agora que você entendeu como rodar um Container com uma </a:t>
            </a:r>
            <a:r>
              <a:rPr lang="pt-BR" b="0" dirty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Imgem</a:t>
            </a:r>
            <a:r>
              <a:rPr lang="pt-BR" b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Base, vamos partir para construir Imagens Docker para alguns propósitos :</a:t>
            </a:r>
            <a:endParaRPr lang="pt-BR" b="1" i="0" u="none" strike="noStrike" kern="1200" cap="none" spc="0" normalizeH="0" baseline="0" noProof="0" dirty="0" err="1">
              <a:ln>
                <a:noFill/>
              </a:ln>
              <a:solidFill>
                <a:srgbClr val="FF0066"/>
              </a:solidFill>
              <a:effectLst/>
              <a:uLnTx/>
              <a:uFillTx/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113157-0E7F-1C09-5360-FF278EC6C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41" y="251586"/>
            <a:ext cx="8196262" cy="522288"/>
          </a:xfrm>
        </p:spPr>
        <p:txBody>
          <a:bodyPr/>
          <a:lstStyle/>
          <a:p>
            <a:pPr>
              <a:spcAft>
                <a:spcPts val="0"/>
              </a:spcAft>
              <a:defRPr/>
            </a:pPr>
            <a:r>
              <a:rPr lang="pt-BR" sz="2000" dirty="0">
                <a:solidFill>
                  <a:schemeClr val="tx1"/>
                </a:solidFill>
              </a:rPr>
              <a:t>Proposta de Trabalho</a:t>
            </a:r>
            <a:endParaRPr lang="pt-BR" dirty="0"/>
          </a:p>
        </p:txBody>
      </p:sp>
      <p:pic>
        <p:nvPicPr>
          <p:cNvPr id="3" name="Imagem 2" descr="Interface gráfica do usuário&#10;&#10;Descrição gerada automaticamente">
            <a:extLst>
              <a:ext uri="{FF2B5EF4-FFF2-40B4-BE49-F238E27FC236}">
                <a16:creationId xmlns:a16="http://schemas.microsoft.com/office/drawing/2014/main" id="{3DF33D5A-4DEF-2EFF-814C-83EDC59C98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18" y="2532949"/>
            <a:ext cx="5982512" cy="3822753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6E973337-F50A-CA8D-50FC-285785800F5F}"/>
              </a:ext>
            </a:extLst>
          </p:cNvPr>
          <p:cNvSpPr/>
          <p:nvPr/>
        </p:nvSpPr>
        <p:spPr>
          <a:xfrm>
            <a:off x="6037043" y="2406737"/>
            <a:ext cx="3369553" cy="1261884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Font typeface="Calibri"/>
              <a:buChar char="-"/>
              <a:defRPr/>
            </a:pPr>
            <a:r>
              <a:rPr lang="pt-BR" sz="1900" dirty="0">
                <a:solidFill>
                  <a:srgbClr val="005F8E"/>
                </a:solidFill>
                <a:latin typeface="Calibri"/>
                <a:ea typeface="Calibri"/>
                <a:cs typeface="Calibri"/>
              </a:rPr>
              <a:t>Imagem </a:t>
            </a:r>
            <a:r>
              <a:rPr lang="pt-BR" sz="1900" dirty="0" err="1">
                <a:solidFill>
                  <a:srgbClr val="005F8E"/>
                </a:solidFill>
                <a:latin typeface="Calibri"/>
                <a:ea typeface="Calibri"/>
                <a:cs typeface="Calibri"/>
              </a:rPr>
              <a:t>Env</a:t>
            </a:r>
            <a:r>
              <a:rPr lang="pt-BR" sz="1900" dirty="0">
                <a:solidFill>
                  <a:srgbClr val="005F8E"/>
                </a:solidFill>
                <a:latin typeface="Calibri"/>
                <a:ea typeface="Calibri"/>
                <a:cs typeface="Calibri"/>
              </a:rPr>
              <a:t> Operacionais</a:t>
            </a:r>
          </a:p>
          <a:p>
            <a:pPr marL="342900" indent="-342900">
              <a:buFont typeface="Calibri"/>
              <a:buChar char="-"/>
              <a:defRPr/>
            </a:pPr>
            <a:r>
              <a:rPr lang="pt-BR" sz="1900" dirty="0">
                <a:solidFill>
                  <a:srgbClr val="005F8E"/>
                </a:solidFill>
                <a:latin typeface="Calibri"/>
                <a:ea typeface="Calibri"/>
                <a:cs typeface="Calibri"/>
              </a:rPr>
              <a:t>Imagem p/ DEV</a:t>
            </a:r>
            <a:endParaRPr lang="pt-BR" sz="1900" dirty="0">
              <a:solidFill>
                <a:srgbClr val="005F8E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marL="342900" indent="-342900">
              <a:buFont typeface="Calibri"/>
              <a:buChar char="-"/>
              <a:defRPr/>
            </a:pPr>
            <a:r>
              <a:rPr lang="pt-BR" sz="1900" dirty="0">
                <a:solidFill>
                  <a:srgbClr val="005F8E"/>
                </a:solidFill>
                <a:latin typeface="Calibri"/>
                <a:ea typeface="Calibri"/>
                <a:cs typeface="Calibri"/>
              </a:rPr>
              <a:t>Imagem p/ HML</a:t>
            </a:r>
          </a:p>
          <a:p>
            <a:pPr marL="342900" indent="-342900">
              <a:buFont typeface="Calibri"/>
              <a:buChar char="-"/>
              <a:defRPr/>
            </a:pPr>
            <a:r>
              <a:rPr lang="pt-BR" sz="1900" dirty="0">
                <a:solidFill>
                  <a:srgbClr val="005F8E"/>
                </a:solidFill>
                <a:latin typeface="Calibri"/>
                <a:ea typeface="Calibri"/>
                <a:cs typeface="Calibri"/>
              </a:rPr>
              <a:t>Imagem p/ PRD</a:t>
            </a:r>
          </a:p>
        </p:txBody>
      </p:sp>
    </p:spTree>
    <p:extLst>
      <p:ext uri="{BB962C8B-B14F-4D97-AF65-F5344CB8AC3E}">
        <p14:creationId xmlns:p14="http://schemas.microsoft.com/office/powerpoint/2010/main" val="2298610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tângulo 23">
            <a:extLst>
              <a:ext uri="{FF2B5EF4-FFF2-40B4-BE49-F238E27FC236}">
                <a16:creationId xmlns:a16="http://schemas.microsoft.com/office/drawing/2014/main" id="{95152C4B-5E8A-B741-A25B-79EFFC888320}"/>
              </a:ext>
            </a:extLst>
          </p:cNvPr>
          <p:cNvSpPr/>
          <p:nvPr/>
        </p:nvSpPr>
        <p:spPr>
          <a:xfrm>
            <a:off x="21964" y="957358"/>
            <a:ext cx="8833088" cy="83099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just">
              <a:defRPr/>
            </a:pPr>
            <a:r>
              <a:rPr lang="pt-BR" b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Para isso iremos utilizar um recurso muito poderoso </a:t>
            </a:r>
            <a:r>
              <a:rPr lang="pt-BR" b="0" dirty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chamdo</a:t>
            </a:r>
            <a:r>
              <a:rPr lang="pt-BR" b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  </a:t>
            </a:r>
            <a:r>
              <a:rPr lang="pt-BR" dirty="0" err="1">
                <a:solidFill>
                  <a:srgbClr val="005F8E"/>
                </a:solidFill>
                <a:latin typeface="Calibri"/>
                <a:ea typeface="Calibri"/>
                <a:cs typeface="Calibri"/>
              </a:rPr>
              <a:t>Dockerfile</a:t>
            </a:r>
            <a:endParaRPr lang="pt-BR" dirty="0" err="1">
              <a:solidFill>
                <a:srgbClr val="FF0066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113157-0E7F-1C09-5360-FF278EC6C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41" y="251586"/>
            <a:ext cx="8196262" cy="522288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000">
                <a:solidFill>
                  <a:schemeClr val="tx1"/>
                </a:solidFill>
              </a:rPr>
              <a:t>DOCKER FILE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3DAF220-3F99-7DCB-F50E-B91EF5CFA2AE}"/>
              </a:ext>
            </a:extLst>
          </p:cNvPr>
          <p:cNvSpPr txBox="1"/>
          <p:nvPr/>
        </p:nvSpPr>
        <p:spPr>
          <a:xfrm>
            <a:off x="1412942" y="5231049"/>
            <a:ext cx="687137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005F8E"/>
                </a:solidFill>
                <a:latin typeface="Calibri"/>
                <a:ea typeface="Calibri"/>
                <a:cs typeface="Calibri"/>
              </a:rPr>
              <a:t>https://docs.docker.com/reference/dockerfile/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366EE499-F2E3-72AD-80F2-937BA50A626C}"/>
              </a:ext>
            </a:extLst>
          </p:cNvPr>
          <p:cNvSpPr txBox="1"/>
          <p:nvPr/>
        </p:nvSpPr>
        <p:spPr>
          <a:xfrm>
            <a:off x="196985" y="2112118"/>
            <a:ext cx="8743948" cy="26776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O Docker </a:t>
            </a:r>
            <a:r>
              <a:rPr lang="en-US" b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pode</a:t>
            </a:r>
            <a:r>
              <a:rPr lang="en-US" b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b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construir</a:t>
            </a:r>
            <a:r>
              <a:rPr lang="en-US" b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imagens </a:t>
            </a:r>
            <a:r>
              <a:rPr lang="en-US" b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automaticamente</a:t>
            </a:r>
            <a:r>
              <a:rPr lang="en-US" b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b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lendo</a:t>
            </a:r>
            <a:r>
              <a:rPr lang="en-US" b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as </a:t>
            </a:r>
            <a:r>
              <a:rPr lang="en-US" b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instruções</a:t>
            </a:r>
            <a:r>
              <a:rPr lang="en-US" b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de um </a:t>
            </a:r>
            <a:r>
              <a:rPr lang="en-US" b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Dockerfile</a:t>
            </a:r>
            <a:r>
              <a:rPr lang="en-US" b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. Um </a:t>
            </a:r>
            <a:r>
              <a:rPr lang="en-US" b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Dockerfile</a:t>
            </a:r>
            <a:r>
              <a:rPr lang="en-US" b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é um </a:t>
            </a:r>
            <a:r>
              <a:rPr lang="en-US" b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documento</a:t>
            </a:r>
            <a:r>
              <a:rPr lang="en-US" b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de </a:t>
            </a:r>
            <a:r>
              <a:rPr lang="en-US" b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texto</a:t>
            </a:r>
            <a:r>
              <a:rPr lang="en-US" b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que </a:t>
            </a:r>
            <a:r>
              <a:rPr lang="en-US" b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contém</a:t>
            </a:r>
            <a:r>
              <a:rPr lang="en-US" b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b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todos</a:t>
            </a:r>
            <a:r>
              <a:rPr lang="en-US" b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b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os</a:t>
            </a:r>
            <a:r>
              <a:rPr lang="en-US" b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b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comandos</a:t>
            </a:r>
            <a:r>
              <a:rPr lang="en-US" b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que um </a:t>
            </a:r>
            <a:r>
              <a:rPr lang="en-US" b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usuário</a:t>
            </a:r>
            <a:r>
              <a:rPr lang="en-US" b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b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pode</a:t>
            </a:r>
            <a:r>
              <a:rPr lang="en-US" b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chamar </a:t>
            </a:r>
            <a:r>
              <a:rPr lang="en-US" b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na</a:t>
            </a:r>
            <a:r>
              <a:rPr lang="en-US" b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b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linha</a:t>
            </a:r>
            <a:r>
              <a:rPr lang="en-US" b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de </a:t>
            </a:r>
            <a:r>
              <a:rPr lang="en-US" b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comando</a:t>
            </a:r>
            <a:r>
              <a:rPr lang="en-US" b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para </a:t>
            </a:r>
            <a:r>
              <a:rPr lang="en-US" b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montar</a:t>
            </a:r>
            <a:r>
              <a:rPr lang="en-US" b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b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uma</a:t>
            </a:r>
            <a:r>
              <a:rPr lang="en-US" b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b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imagem</a:t>
            </a:r>
            <a:r>
              <a:rPr lang="en-US" b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. </a:t>
            </a:r>
            <a:endParaRPr lang="pt-BR" dirty="0"/>
          </a:p>
          <a:p>
            <a:endParaRPr lang="en-US" b="0" dirty="0">
              <a:solidFill>
                <a:srgbClr val="222222"/>
              </a:solidFill>
              <a:latin typeface="Calibri"/>
              <a:ea typeface="Calibri"/>
              <a:cs typeface="Calibri"/>
            </a:endParaRPr>
          </a:p>
          <a:p>
            <a:r>
              <a:rPr lang="en-US" b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Esta </a:t>
            </a:r>
            <a:r>
              <a:rPr lang="en-US" b="0" dirty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página</a:t>
            </a:r>
            <a:r>
              <a:rPr lang="en-US" b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b="0" dirty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descreve</a:t>
            </a:r>
            <a:r>
              <a:rPr lang="en-US" b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b="0" dirty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os</a:t>
            </a:r>
            <a:r>
              <a:rPr lang="en-US" b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b="0" dirty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comandos</a:t>
            </a:r>
            <a:r>
              <a:rPr lang="en-US" b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que </a:t>
            </a:r>
            <a:r>
              <a:rPr lang="en-US" b="0" dirty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você</a:t>
            </a:r>
            <a:r>
              <a:rPr lang="en-US" b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b="0" dirty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pode</a:t>
            </a:r>
            <a:r>
              <a:rPr lang="en-US" b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usar </a:t>
            </a:r>
            <a:r>
              <a:rPr lang="en-US" b="0" dirty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em</a:t>
            </a:r>
            <a:r>
              <a:rPr lang="en-US" b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um </a:t>
            </a:r>
            <a:r>
              <a:rPr lang="en-US" b="0" dirty="0" err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Dockerfile</a:t>
            </a:r>
            <a:r>
              <a:rPr lang="en-US" b="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.</a:t>
            </a:r>
            <a:endParaRPr lang="en-US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764642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418EA51A-5DD5-BB44-5ED0-6CF4FC0CD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41" y="251586"/>
            <a:ext cx="8196262" cy="522288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000">
                <a:solidFill>
                  <a:schemeClr val="tx1"/>
                </a:solidFill>
              </a:rPr>
              <a:t>DOCKER FILE – Possibilidades com </a:t>
            </a:r>
            <a:r>
              <a:rPr lang="pt-BR" sz="2000" err="1">
                <a:solidFill>
                  <a:schemeClr val="tx1"/>
                </a:solidFill>
              </a:rPr>
              <a:t>DockerFile</a:t>
            </a:r>
          </a:p>
        </p:txBody>
      </p:sp>
      <p:pic>
        <p:nvPicPr>
          <p:cNvPr id="12" name="Imagem 11" descr="Texto&#10;&#10;Descrição gerada automaticamente">
            <a:extLst>
              <a:ext uri="{FF2B5EF4-FFF2-40B4-BE49-F238E27FC236}">
                <a16:creationId xmlns:a16="http://schemas.microsoft.com/office/drawing/2014/main" id="{5B422FD0-A8F1-BF2D-500E-EBED0C4137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13" y="1283223"/>
            <a:ext cx="8850469" cy="3304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8999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418EA51A-5DD5-BB44-5ED0-6CF4FC0CD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566" y="188640"/>
            <a:ext cx="7200652" cy="763588"/>
          </a:xfrm>
        </p:spPr>
        <p:txBody>
          <a:bodyPr wrap="square" anchor="ctr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err="1"/>
              <a:t>Resumão</a:t>
            </a:r>
            <a:r>
              <a:rPr lang="pt-BR"/>
              <a:t> – </a:t>
            </a:r>
            <a:r>
              <a:rPr lang="pt-BR" err="1"/>
              <a:t>Dockerfile</a:t>
            </a:r>
            <a:r>
              <a:rPr lang="pt-BR"/>
              <a:t> Criando em Sala de Aula</a:t>
            </a:r>
            <a:endParaRPr lang="pt-BR" err="1"/>
          </a:p>
        </p:txBody>
      </p:sp>
      <p:pic>
        <p:nvPicPr>
          <p:cNvPr id="4" name="Imagem 3" descr="Texto&#10;&#10;Descrição gerada automaticamente">
            <a:extLst>
              <a:ext uri="{FF2B5EF4-FFF2-40B4-BE49-F238E27FC236}">
                <a16:creationId xmlns:a16="http://schemas.microsoft.com/office/drawing/2014/main" id="{A4EA4DAC-B1AE-CEB3-2595-2C4415F458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155" y="1052513"/>
            <a:ext cx="7570152" cy="554513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0432059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E1E7352-4E94-47F9-A1DD-4D554B1F9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41" y="251586"/>
            <a:ext cx="8196262" cy="522288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000">
                <a:solidFill>
                  <a:schemeClr val="tx1"/>
                </a:solidFill>
              </a:rPr>
              <a:t>DOCKER FILE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6BF0F00-B6F6-525C-10D3-B9AA5FE1EC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75" y="-1115"/>
            <a:ext cx="9139533" cy="6513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7999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C070598F-297E-024F-A419-E1F654956226}"/>
              </a:ext>
            </a:extLst>
          </p:cNvPr>
          <p:cNvSpPr/>
          <p:nvPr/>
        </p:nvSpPr>
        <p:spPr>
          <a:xfrm>
            <a:off x="395536" y="260648"/>
            <a:ext cx="63367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LIMPAR O LABORATÓRIO DO DOCKER FILE</a:t>
            </a:r>
            <a:endParaRPr lang="pt-B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FAF9D861-B98D-746A-1CBA-9A52CBD08E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1699" y="2492896"/>
            <a:ext cx="5400601" cy="3600400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955D9FAD-1C02-45D9-604B-5570403E9FFA}"/>
              </a:ext>
            </a:extLst>
          </p:cNvPr>
          <p:cNvSpPr/>
          <p:nvPr/>
        </p:nvSpPr>
        <p:spPr>
          <a:xfrm>
            <a:off x="2087723" y="1556792"/>
            <a:ext cx="49685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err="1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docker</a:t>
            </a:r>
            <a:r>
              <a:rPr lang="pt-BR">
                <a:solidFill>
                  <a:srgbClr val="005F8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system </a:t>
            </a:r>
            <a:r>
              <a:rPr lang="pt-BR" err="1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prune</a:t>
            </a:r>
            <a:r>
              <a:rPr lang="pt-BR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b="1" i="0">
                <a:solidFill>
                  <a:srgbClr val="FF3399"/>
                </a:solidFill>
                <a:effectLst/>
                <a:latin typeface="Trebuchet MS" panose="020B0703020202090204" pitchFamily="34" charset="0"/>
              </a:rPr>
              <a:t>-a</a:t>
            </a:r>
            <a:r>
              <a:rPr lang="pt-BR" b="1" i="0">
                <a:solidFill>
                  <a:srgbClr val="800080"/>
                </a:solidFill>
                <a:effectLst/>
                <a:latin typeface="Trebuchet MS" panose="020B0703020202090204" pitchFamily="34" charset="0"/>
              </a:rPr>
              <a:t> </a:t>
            </a:r>
            <a:r>
              <a:rPr lang="pt-BR" b="1" i="0">
                <a:solidFill>
                  <a:srgbClr val="FF0066"/>
                </a:solidFill>
                <a:effectLst/>
                <a:latin typeface="Trebuchet MS" panose="020B0703020202090204" pitchFamily="34" charset="0"/>
              </a:rPr>
              <a:t>-</a:t>
            </a:r>
            <a:r>
              <a:rPr lang="pt-BR" b="1" i="0" err="1">
                <a:solidFill>
                  <a:srgbClr val="FF0066"/>
                </a:solidFill>
                <a:effectLst/>
                <a:latin typeface="Trebuchet MS" panose="020B0703020202090204" pitchFamily="34" charset="0"/>
              </a:rPr>
              <a:t>f</a:t>
            </a:r>
            <a:r>
              <a:rPr lang="pt-BR" b="1" i="0">
                <a:solidFill>
                  <a:srgbClr val="800080"/>
                </a:solidFill>
                <a:effectLst/>
                <a:latin typeface="Trebuchet MS" panose="020B0703020202090204" pitchFamily="34" charset="0"/>
              </a:rPr>
              <a:t> --volumes</a:t>
            </a:r>
            <a:endParaRPr lang="pt-BR">
              <a:solidFill>
                <a:srgbClr val="5E948B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92408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10"/>
          </p:nvPr>
        </p:nvSpPr>
        <p:spPr>
          <a:xfrm>
            <a:off x="1053372" y="3222882"/>
            <a:ext cx="8107976" cy="363176"/>
          </a:xfrm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en-US"/>
              <a:t>Copyright © 2024 Prof. Antonio Figueiredo</a:t>
            </a:r>
            <a:endParaRPr lang="x-none"/>
          </a:p>
        </p:txBody>
      </p:sp>
      <p:sp>
        <p:nvSpPr>
          <p:cNvPr id="5" name="Content Placeholder 4"/>
          <p:cNvSpPr>
            <a:spLocks noGrp="1"/>
          </p:cNvSpPr>
          <p:nvPr>
            <p:ph sz="half" idx="11"/>
          </p:nvPr>
        </p:nvSpPr>
        <p:spPr>
          <a:xfrm>
            <a:off x="1053372" y="3773418"/>
            <a:ext cx="6694934" cy="883832"/>
          </a:xfrm>
        </p:spPr>
        <p:txBody>
          <a:bodyPr/>
          <a:lstStyle/>
          <a:p>
            <a:r>
              <a:rPr lang="en-US" err="1"/>
              <a:t>Todos</a:t>
            </a:r>
            <a:r>
              <a:rPr lang="en-US"/>
              <a:t> </a:t>
            </a:r>
            <a:r>
              <a:rPr lang="en-US" err="1"/>
              <a:t>direitos</a:t>
            </a:r>
            <a:r>
              <a:rPr lang="en-US"/>
              <a:t> </a:t>
            </a:r>
            <a:r>
              <a:rPr lang="en-US" err="1"/>
              <a:t>reservados</a:t>
            </a:r>
            <a:r>
              <a:rPr lang="en-US"/>
              <a:t>. </a:t>
            </a:r>
            <a:r>
              <a:rPr lang="en-US" err="1"/>
              <a:t>Reprodução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divulgação</a:t>
            </a:r>
            <a:r>
              <a:rPr lang="en-US"/>
              <a:t> total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parcial</a:t>
            </a:r>
            <a:r>
              <a:rPr lang="en-US"/>
              <a:t> </a:t>
            </a:r>
            <a:r>
              <a:rPr lang="en-US" err="1"/>
              <a:t>deste</a:t>
            </a:r>
            <a:r>
              <a:rPr lang="en-US"/>
              <a:t> </a:t>
            </a:r>
            <a:r>
              <a:rPr lang="en-US" err="1"/>
              <a:t>documento</a:t>
            </a:r>
            <a:r>
              <a:rPr lang="en-US"/>
              <a:t> é </a:t>
            </a:r>
            <a:r>
              <a:rPr lang="en-US" err="1"/>
              <a:t>expressamente</a:t>
            </a:r>
            <a:r>
              <a:rPr lang="en-US"/>
              <a:t> </a:t>
            </a:r>
            <a:r>
              <a:rPr lang="en-US" err="1"/>
              <a:t>proíbido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o </a:t>
            </a:r>
            <a:r>
              <a:rPr lang="pt-BR"/>
              <a:t>consentimento formal, por escrito,</a:t>
            </a:r>
            <a:r>
              <a:rPr lang="en-US"/>
              <a:t> do Professor (</a:t>
            </a:r>
            <a:r>
              <a:rPr lang="en-US" err="1"/>
              <a:t>autor</a:t>
            </a:r>
            <a:r>
              <a:rPr lang="en-US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460993485"/>
      </p:ext>
    </p:extLst>
  </p:cSld>
  <p:clrMapOvr>
    <a:masterClrMapping/>
  </p:clrMapOvr>
</p:sld>
</file>

<file path=ppt/theme/theme1.xml><?xml version="1.0" encoding="utf-8"?>
<a:theme xmlns:a="http://schemas.openxmlformats.org/drawingml/2006/main" name="PHP0705">
  <a:themeElements>
    <a:clrScheme name="">
      <a:dk1>
        <a:srgbClr val="000000"/>
      </a:dk1>
      <a:lt1>
        <a:srgbClr val="FFFFFF"/>
      </a:lt1>
      <a:dk2>
        <a:srgbClr val="000000"/>
      </a:dk2>
      <a:lt2>
        <a:srgbClr val="CECECE"/>
      </a:lt2>
      <a:accent1>
        <a:srgbClr val="474747"/>
      </a:accent1>
      <a:accent2>
        <a:srgbClr val="DADADA"/>
      </a:accent2>
      <a:accent3>
        <a:srgbClr val="FFFFFF"/>
      </a:accent3>
      <a:accent4>
        <a:srgbClr val="000000"/>
      </a:accent4>
      <a:accent5>
        <a:srgbClr val="B1B1B1"/>
      </a:accent5>
      <a:accent6>
        <a:srgbClr val="C5C5C5"/>
      </a:accent6>
      <a:hlink>
        <a:srgbClr val="000000"/>
      </a:hlink>
      <a:folHlink>
        <a:srgbClr val="919191"/>
      </a:folHlink>
    </a:clrScheme>
    <a:fontScheme name="PHP0705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2075" tIns="46038" rIns="92075" bIns="46038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24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2075" tIns="46038" rIns="92075" bIns="46038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24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PHP0705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HP0705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HP0705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HP0705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HP0705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HP0705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HP0705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4_Personalizar design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6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Glass Layers</Template>
  <Application>Microsoft Office PowerPoint</Application>
  <PresentationFormat>Papel Carta (216 x 279 mm)</PresentationFormat>
  <Slides>12</Slides>
  <Notes>11</Notes>
  <HiddenSlides>0</HiddenSlides>
  <ScaleCrop>false</ScaleCrop>
  <HeadingPairs>
    <vt:vector size="4" baseType="variant">
      <vt:variant>
        <vt:lpstr>Tema</vt:lpstr>
      </vt:variant>
      <vt:variant>
        <vt:i4>5</vt:i4>
      </vt:variant>
      <vt:variant>
        <vt:lpstr>Títulos de slides</vt:lpstr>
      </vt:variant>
      <vt:variant>
        <vt:i4>12</vt:i4>
      </vt:variant>
    </vt:vector>
  </HeadingPairs>
  <TitlesOfParts>
    <vt:vector size="17" baseType="lpstr">
      <vt:lpstr>PHP0705</vt:lpstr>
      <vt:lpstr>Tema do Office</vt:lpstr>
      <vt:lpstr>4_Personalizar design</vt:lpstr>
      <vt:lpstr>1_Office Theme</vt:lpstr>
      <vt:lpstr>Office Theme</vt:lpstr>
      <vt:lpstr>Apresentação do PowerPoint</vt:lpstr>
      <vt:lpstr>Apresentação do PowerPoint</vt:lpstr>
      <vt:lpstr>DOCKER FILE</vt:lpstr>
      <vt:lpstr>Resumo</vt:lpstr>
      <vt:lpstr>DOCKER FILE</vt:lpstr>
      <vt:lpstr>Proposta de Trabalho</vt:lpstr>
      <vt:lpstr>DOCKER FILE</vt:lpstr>
      <vt:lpstr>DOCKER FILE – Possibilidades com DockerFile</vt:lpstr>
      <vt:lpstr>Resumão – Dockerfile Criando em Sala de Aula</vt:lpstr>
      <vt:lpstr>DOCKER FILE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Curso BI</dc:title>
  <dc:subject>Projeto Integrado</dc:subject>
  <dc:creator>Regina Claudia Cantele</dc:creator>
  <cp:revision>89</cp:revision>
  <cp:lastPrinted>1999-07-05T02:57:49Z</cp:lastPrinted>
  <dcterms:created xsi:type="dcterms:W3CDTF">1996-09-08T13:17:58Z</dcterms:created>
  <dcterms:modified xsi:type="dcterms:W3CDTF">2026-05-07T18:19:19Z</dcterms:modified>
</cp:coreProperties>
</file>